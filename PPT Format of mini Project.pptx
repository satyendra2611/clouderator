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582599" y="1550700"/>
            <a:ext cx="5561965" cy="3592829"/>
          </a:xfrm>
          <a:custGeom>
            <a:avLst/>
            <a:gdLst/>
            <a:ahLst/>
            <a:cxnLst/>
            <a:rect l="l" t="t" r="r" b="b"/>
            <a:pathLst>
              <a:path w="5561965" h="3592829">
                <a:moveTo>
                  <a:pt x="5561399" y="3592799"/>
                </a:moveTo>
                <a:lnTo>
                  <a:pt x="0" y="3592799"/>
                </a:lnTo>
                <a:lnTo>
                  <a:pt x="5561399" y="0"/>
                </a:lnTo>
                <a:lnTo>
                  <a:pt x="5561399" y="35927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0" y="2824500"/>
            <a:ext cx="7370445" cy="2319020"/>
          </a:xfrm>
          <a:custGeom>
            <a:avLst/>
            <a:gdLst/>
            <a:ahLst/>
            <a:cxnLst/>
            <a:rect l="l" t="t" r="r" b="b"/>
            <a:pathLst>
              <a:path w="7370445" h="2319020">
                <a:moveTo>
                  <a:pt x="7370400" y="2318999"/>
                </a:moveTo>
                <a:lnTo>
                  <a:pt x="0" y="2318999"/>
                </a:lnTo>
                <a:lnTo>
                  <a:pt x="0" y="0"/>
                </a:lnTo>
                <a:lnTo>
                  <a:pt x="7370400" y="23189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03224" y="206250"/>
            <a:ext cx="8737600" cy="4731385"/>
          </a:xfrm>
          <a:custGeom>
            <a:avLst/>
            <a:gdLst/>
            <a:ahLst/>
            <a:cxnLst/>
            <a:rect l="l" t="t" r="r" b="b"/>
            <a:pathLst>
              <a:path w="8737600" h="4731385">
                <a:moveTo>
                  <a:pt x="8737499" y="4730999"/>
                </a:moveTo>
                <a:lnTo>
                  <a:pt x="0" y="4730999"/>
                </a:lnTo>
                <a:lnTo>
                  <a:pt x="0" y="0"/>
                </a:lnTo>
                <a:lnTo>
                  <a:pt x="8737499" y="0"/>
                </a:lnTo>
                <a:lnTo>
                  <a:pt x="8737499" y="473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5109" y="483777"/>
            <a:ext cx="3133781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14058" y="4660316"/>
            <a:ext cx="190500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33944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sp>
          <p:nvSpPr>
            <p:cNvPr id="4" name="object 4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400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400" y="23189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58905" y="0"/>
              <a:ext cx="4085590" cy="2052955"/>
            </a:xfrm>
            <a:custGeom>
              <a:avLst/>
              <a:gdLst/>
              <a:ahLst/>
              <a:cxnLst/>
              <a:rect l="l" t="t" r="r" b="b"/>
              <a:pathLst>
                <a:path w="4085590" h="2052955">
                  <a:moveTo>
                    <a:pt x="4085099" y="2052599"/>
                  </a:moveTo>
                  <a:lnTo>
                    <a:pt x="0" y="0"/>
                  </a:lnTo>
                  <a:lnTo>
                    <a:pt x="4085099" y="0"/>
                  </a:lnTo>
                  <a:lnTo>
                    <a:pt x="4085099" y="20525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3263" y="596"/>
              <a:ext cx="8737600" cy="4937125"/>
            </a:xfrm>
            <a:custGeom>
              <a:avLst/>
              <a:gdLst/>
              <a:ahLst/>
              <a:cxnLst/>
              <a:rect l="l" t="t" r="r" b="b"/>
              <a:pathLst>
                <a:path w="8737600" h="4937125">
                  <a:moveTo>
                    <a:pt x="8737511" y="205663"/>
                  </a:moveTo>
                  <a:lnTo>
                    <a:pt x="1987219" y="205663"/>
                  </a:lnTo>
                  <a:lnTo>
                    <a:pt x="2302294" y="0"/>
                  </a:lnTo>
                  <a:lnTo>
                    <a:pt x="2160587" y="0"/>
                  </a:lnTo>
                  <a:lnTo>
                    <a:pt x="1845513" y="205663"/>
                  </a:lnTo>
                  <a:lnTo>
                    <a:pt x="1732788" y="205663"/>
                  </a:lnTo>
                  <a:lnTo>
                    <a:pt x="2047862" y="0"/>
                  </a:lnTo>
                  <a:lnTo>
                    <a:pt x="1906155" y="0"/>
                  </a:lnTo>
                  <a:lnTo>
                    <a:pt x="1591081" y="205663"/>
                  </a:lnTo>
                  <a:lnTo>
                    <a:pt x="1478356" y="205663"/>
                  </a:lnTo>
                  <a:lnTo>
                    <a:pt x="1793430" y="0"/>
                  </a:lnTo>
                  <a:lnTo>
                    <a:pt x="1651723" y="0"/>
                  </a:lnTo>
                  <a:lnTo>
                    <a:pt x="1336649" y="205663"/>
                  </a:lnTo>
                  <a:lnTo>
                    <a:pt x="0" y="205663"/>
                  </a:lnTo>
                  <a:lnTo>
                    <a:pt x="0" y="4936655"/>
                  </a:lnTo>
                  <a:lnTo>
                    <a:pt x="8737511" y="4936655"/>
                  </a:lnTo>
                  <a:lnTo>
                    <a:pt x="8737511" y="2056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05383" y="596"/>
              <a:ext cx="2250440" cy="1044575"/>
            </a:xfrm>
            <a:custGeom>
              <a:avLst/>
              <a:gdLst/>
              <a:ahLst/>
              <a:cxnLst/>
              <a:rect l="l" t="t" r="r" b="b"/>
              <a:pathLst>
                <a:path w="2250440" h="1044575">
                  <a:moveTo>
                    <a:pt x="1741500" y="0"/>
                  </a:moveTo>
                  <a:lnTo>
                    <a:pt x="1599806" y="0"/>
                  </a:lnTo>
                  <a:lnTo>
                    <a:pt x="0" y="1044295"/>
                  </a:lnTo>
                  <a:lnTo>
                    <a:pt x="141706" y="1044295"/>
                  </a:lnTo>
                  <a:lnTo>
                    <a:pt x="1741500" y="0"/>
                  </a:lnTo>
                  <a:close/>
                </a:path>
                <a:path w="2250440" h="1044575">
                  <a:moveTo>
                    <a:pt x="1995932" y="0"/>
                  </a:moveTo>
                  <a:lnTo>
                    <a:pt x="1854225" y="0"/>
                  </a:lnTo>
                  <a:lnTo>
                    <a:pt x="254431" y="1044295"/>
                  </a:lnTo>
                  <a:lnTo>
                    <a:pt x="396138" y="1044295"/>
                  </a:lnTo>
                  <a:lnTo>
                    <a:pt x="1995932" y="0"/>
                  </a:lnTo>
                  <a:close/>
                </a:path>
                <a:path w="2250440" h="1044575">
                  <a:moveTo>
                    <a:pt x="2250363" y="0"/>
                  </a:moveTo>
                  <a:lnTo>
                    <a:pt x="2108657" y="0"/>
                  </a:lnTo>
                  <a:lnTo>
                    <a:pt x="508863" y="1044295"/>
                  </a:lnTo>
                  <a:lnTo>
                    <a:pt x="650570" y="1044295"/>
                  </a:lnTo>
                  <a:lnTo>
                    <a:pt x="2250363" y="0"/>
                  </a:lnTo>
                  <a:close/>
                </a:path>
              </a:pathLst>
            </a:custGeom>
            <a:solidFill>
              <a:srgbClr val="163E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057466" y="5092"/>
              <a:ext cx="1851660" cy="752475"/>
            </a:xfrm>
            <a:custGeom>
              <a:avLst/>
              <a:gdLst/>
              <a:ahLst/>
              <a:cxnLst/>
              <a:rect l="l" t="t" r="r" b="b"/>
              <a:pathLst>
                <a:path w="1851659" h="752475">
                  <a:moveTo>
                    <a:pt x="1249235" y="0"/>
                  </a:moveTo>
                  <a:lnTo>
                    <a:pt x="1188504" y="0"/>
                  </a:lnTo>
                  <a:lnTo>
                    <a:pt x="0" y="752106"/>
                  </a:lnTo>
                  <a:lnTo>
                    <a:pt x="60731" y="752106"/>
                  </a:lnTo>
                  <a:lnTo>
                    <a:pt x="1249235" y="0"/>
                  </a:lnTo>
                  <a:close/>
                </a:path>
                <a:path w="1851659" h="752475">
                  <a:moveTo>
                    <a:pt x="1550263" y="0"/>
                  </a:moveTo>
                  <a:lnTo>
                    <a:pt x="1489532" y="0"/>
                  </a:lnTo>
                  <a:lnTo>
                    <a:pt x="301015" y="752106"/>
                  </a:lnTo>
                  <a:lnTo>
                    <a:pt x="361746" y="752106"/>
                  </a:lnTo>
                  <a:lnTo>
                    <a:pt x="1550263" y="0"/>
                  </a:lnTo>
                  <a:close/>
                </a:path>
                <a:path w="1851659" h="752475">
                  <a:moveTo>
                    <a:pt x="1851279" y="0"/>
                  </a:moveTo>
                  <a:lnTo>
                    <a:pt x="1790547" y="0"/>
                  </a:lnTo>
                  <a:lnTo>
                    <a:pt x="602030" y="752106"/>
                  </a:lnTo>
                  <a:lnTo>
                    <a:pt x="662762" y="752106"/>
                  </a:lnTo>
                  <a:lnTo>
                    <a:pt x="1851279" y="0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53022" y="4217860"/>
              <a:ext cx="2389505" cy="925830"/>
            </a:xfrm>
            <a:custGeom>
              <a:avLst/>
              <a:gdLst/>
              <a:ahLst/>
              <a:cxnLst/>
              <a:rect l="l" t="t" r="r" b="b"/>
              <a:pathLst>
                <a:path w="2389504" h="925829">
                  <a:moveTo>
                    <a:pt x="1612138" y="0"/>
                  </a:moveTo>
                  <a:lnTo>
                    <a:pt x="1462887" y="0"/>
                  </a:lnTo>
                  <a:lnTo>
                    <a:pt x="0" y="925728"/>
                  </a:lnTo>
                  <a:lnTo>
                    <a:pt x="149250" y="925728"/>
                  </a:lnTo>
                  <a:lnTo>
                    <a:pt x="1612138" y="0"/>
                  </a:lnTo>
                  <a:close/>
                </a:path>
                <a:path w="2389504" h="925829">
                  <a:moveTo>
                    <a:pt x="2000605" y="0"/>
                  </a:moveTo>
                  <a:lnTo>
                    <a:pt x="1851355" y="0"/>
                  </a:lnTo>
                  <a:lnTo>
                    <a:pt x="388467" y="925728"/>
                  </a:lnTo>
                  <a:lnTo>
                    <a:pt x="537718" y="925728"/>
                  </a:lnTo>
                  <a:lnTo>
                    <a:pt x="2000605" y="0"/>
                  </a:lnTo>
                  <a:close/>
                </a:path>
                <a:path w="2389504" h="925829">
                  <a:moveTo>
                    <a:pt x="2389073" y="0"/>
                  </a:moveTo>
                  <a:lnTo>
                    <a:pt x="2239822" y="0"/>
                  </a:lnTo>
                  <a:lnTo>
                    <a:pt x="776935" y="925728"/>
                  </a:lnTo>
                  <a:lnTo>
                    <a:pt x="926185" y="925728"/>
                  </a:lnTo>
                  <a:lnTo>
                    <a:pt x="2389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9148" y="4055655"/>
              <a:ext cx="2795905" cy="1083310"/>
            </a:xfrm>
            <a:custGeom>
              <a:avLst/>
              <a:gdLst/>
              <a:ahLst/>
              <a:cxnLst/>
              <a:rect l="l" t="t" r="r" b="b"/>
              <a:pathLst>
                <a:path w="2795905" h="1083310">
                  <a:moveTo>
                    <a:pt x="1886331" y="0"/>
                  </a:moveTo>
                  <a:lnTo>
                    <a:pt x="1711883" y="0"/>
                  </a:lnTo>
                  <a:lnTo>
                    <a:pt x="0" y="1083310"/>
                  </a:lnTo>
                  <a:lnTo>
                    <a:pt x="174447" y="1083310"/>
                  </a:lnTo>
                  <a:lnTo>
                    <a:pt x="1886331" y="0"/>
                  </a:lnTo>
                  <a:close/>
                </a:path>
                <a:path w="2795905" h="1083310">
                  <a:moveTo>
                    <a:pt x="2340876" y="0"/>
                  </a:moveTo>
                  <a:lnTo>
                    <a:pt x="2166416" y="0"/>
                  </a:lnTo>
                  <a:lnTo>
                    <a:pt x="454533" y="1083310"/>
                  </a:lnTo>
                  <a:lnTo>
                    <a:pt x="628980" y="1083310"/>
                  </a:lnTo>
                  <a:lnTo>
                    <a:pt x="2340876" y="0"/>
                  </a:lnTo>
                  <a:close/>
                </a:path>
                <a:path w="2795905" h="1083310">
                  <a:moveTo>
                    <a:pt x="2795409" y="0"/>
                  </a:moveTo>
                  <a:lnTo>
                    <a:pt x="2620949" y="0"/>
                  </a:lnTo>
                  <a:lnTo>
                    <a:pt x="909066" y="1083310"/>
                  </a:lnTo>
                  <a:lnTo>
                    <a:pt x="1083525" y="1083310"/>
                  </a:lnTo>
                  <a:lnTo>
                    <a:pt x="2795409" y="0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10583" y="2270029"/>
            <a:ext cx="124079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PRESENTED</a:t>
            </a:r>
            <a:r>
              <a:rPr dirty="0" u="heavy" sz="12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  <a:p>
            <a:pPr marL="165100" marR="47625" indent="-1524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Name:-</a:t>
            </a:r>
            <a:r>
              <a:rPr dirty="0" sz="1200">
                <a:latin typeface="Times New Roman"/>
                <a:cs typeface="Times New Roman"/>
              </a:rPr>
              <a:t>Roll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No:</a:t>
            </a:r>
            <a:endParaRPr sz="1200">
              <a:latin typeface="Times New Roman"/>
              <a:cs typeface="Times New Roman"/>
            </a:endParaRPr>
          </a:p>
          <a:p>
            <a:pPr marL="165100" marR="47625" indent="-1524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Name:-</a:t>
            </a:r>
            <a:r>
              <a:rPr dirty="0" sz="1200">
                <a:latin typeface="Times New Roman"/>
                <a:cs typeface="Times New Roman"/>
              </a:rPr>
              <a:t>Roll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No:</a:t>
            </a:r>
            <a:endParaRPr sz="1200">
              <a:latin typeface="Times New Roman"/>
              <a:cs typeface="Times New Roman"/>
            </a:endParaRPr>
          </a:p>
          <a:p>
            <a:pPr marL="165100" marR="47625" indent="-1524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3.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Name:-</a:t>
            </a:r>
            <a:r>
              <a:rPr dirty="0" sz="1200">
                <a:latin typeface="Times New Roman"/>
                <a:cs typeface="Times New Roman"/>
              </a:rPr>
              <a:t>Roll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No: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69700" y="719713"/>
            <a:ext cx="6347460" cy="764540"/>
            <a:chOff x="1369700" y="719713"/>
            <a:chExt cx="6347460" cy="76454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9700" y="719713"/>
              <a:ext cx="6347450" cy="7644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28749" y="758763"/>
              <a:ext cx="6229350" cy="646430"/>
            </a:xfrm>
            <a:custGeom>
              <a:avLst/>
              <a:gdLst/>
              <a:ahLst/>
              <a:cxnLst/>
              <a:rect l="l" t="t" r="r" b="b"/>
              <a:pathLst>
                <a:path w="6229350" h="646430">
                  <a:moveTo>
                    <a:pt x="6229349" y="646330"/>
                  </a:moveTo>
                  <a:lnTo>
                    <a:pt x="0" y="646330"/>
                  </a:lnTo>
                  <a:lnTo>
                    <a:pt x="0" y="0"/>
                  </a:lnTo>
                  <a:lnTo>
                    <a:pt x="6229349" y="0"/>
                  </a:lnTo>
                  <a:lnTo>
                    <a:pt x="6229349" y="6463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28749" y="758763"/>
              <a:ext cx="6229350" cy="646430"/>
            </a:xfrm>
            <a:custGeom>
              <a:avLst/>
              <a:gdLst/>
              <a:ahLst/>
              <a:cxnLst/>
              <a:rect l="l" t="t" r="r" b="b"/>
              <a:pathLst>
                <a:path w="6229350" h="646430">
                  <a:moveTo>
                    <a:pt x="0" y="0"/>
                  </a:moveTo>
                  <a:lnTo>
                    <a:pt x="6229349" y="0"/>
                  </a:lnTo>
                  <a:lnTo>
                    <a:pt x="6229349" y="646330"/>
                  </a:lnTo>
                  <a:lnTo>
                    <a:pt x="0" y="64633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2739764" y="775018"/>
            <a:ext cx="36048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D4594"/>
                </a:solidFill>
              </a:rPr>
              <a:t>Mini</a:t>
            </a:r>
            <a:r>
              <a:rPr dirty="0" sz="1800" spc="-45">
                <a:solidFill>
                  <a:srgbClr val="3D4594"/>
                </a:solidFill>
              </a:rPr>
              <a:t> </a:t>
            </a:r>
            <a:r>
              <a:rPr dirty="0" sz="1800">
                <a:solidFill>
                  <a:srgbClr val="3D4594"/>
                </a:solidFill>
              </a:rPr>
              <a:t>Project</a:t>
            </a:r>
            <a:r>
              <a:rPr dirty="0" sz="1800" spc="-35">
                <a:solidFill>
                  <a:srgbClr val="3D4594"/>
                </a:solidFill>
              </a:rPr>
              <a:t> </a:t>
            </a:r>
            <a:r>
              <a:rPr dirty="0" sz="1800" spc="-25">
                <a:solidFill>
                  <a:srgbClr val="3D4594"/>
                </a:solidFill>
              </a:rPr>
              <a:t>Id</a:t>
            </a:r>
            <a:endParaRPr sz="1800"/>
          </a:p>
          <a:p>
            <a:pPr algn="ctr">
              <a:lnSpc>
                <a:spcPct val="100000"/>
              </a:lnSpc>
            </a:pPr>
            <a:r>
              <a:rPr dirty="0" sz="1800">
                <a:solidFill>
                  <a:srgbClr val="3D4594"/>
                </a:solidFill>
              </a:rPr>
              <a:t>“TITLE</a:t>
            </a:r>
            <a:r>
              <a:rPr dirty="0" sz="1800" spc="-35">
                <a:solidFill>
                  <a:srgbClr val="3D4594"/>
                </a:solidFill>
              </a:rPr>
              <a:t> </a:t>
            </a:r>
            <a:r>
              <a:rPr dirty="0" sz="1800">
                <a:solidFill>
                  <a:srgbClr val="3D4594"/>
                </a:solidFill>
              </a:rPr>
              <a:t>OF</a:t>
            </a:r>
            <a:r>
              <a:rPr dirty="0" sz="1800" spc="-25">
                <a:solidFill>
                  <a:srgbClr val="3D4594"/>
                </a:solidFill>
              </a:rPr>
              <a:t> </a:t>
            </a:r>
            <a:r>
              <a:rPr dirty="0" sz="1800">
                <a:solidFill>
                  <a:srgbClr val="3D4594"/>
                </a:solidFill>
              </a:rPr>
              <a:t>THE</a:t>
            </a:r>
            <a:r>
              <a:rPr dirty="0" sz="1800" spc="-25">
                <a:solidFill>
                  <a:srgbClr val="3D4594"/>
                </a:solidFill>
              </a:rPr>
              <a:t> </a:t>
            </a:r>
            <a:r>
              <a:rPr dirty="0" sz="1800">
                <a:solidFill>
                  <a:srgbClr val="3D4594"/>
                </a:solidFill>
              </a:rPr>
              <a:t>MINI</a:t>
            </a:r>
            <a:r>
              <a:rPr dirty="0" sz="1800" spc="-25">
                <a:solidFill>
                  <a:srgbClr val="3D4594"/>
                </a:solidFill>
              </a:rPr>
              <a:t> </a:t>
            </a:r>
            <a:r>
              <a:rPr dirty="0" sz="1800" spc="-10">
                <a:solidFill>
                  <a:srgbClr val="3D4594"/>
                </a:solidFill>
              </a:rPr>
              <a:t>PROJECT”</a:t>
            </a:r>
            <a:endParaRPr sz="1800"/>
          </a:p>
        </p:txBody>
      </p:sp>
      <p:grpSp>
        <p:nvGrpSpPr>
          <p:cNvPr id="19" name="object 19"/>
          <p:cNvGrpSpPr/>
          <p:nvPr/>
        </p:nvGrpSpPr>
        <p:grpSpPr>
          <a:xfrm>
            <a:off x="295275" y="233672"/>
            <a:ext cx="8030209" cy="574040"/>
            <a:chOff x="295275" y="233672"/>
            <a:chExt cx="8030209" cy="5740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4472" y="233672"/>
              <a:ext cx="770831" cy="5739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275" y="282513"/>
              <a:ext cx="2266949" cy="4762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32940" y="3845731"/>
            <a:ext cx="3569970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0180" marR="16256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ABES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Institute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Technology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,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Ghaziabad </a:t>
            </a:r>
            <a:r>
              <a:rPr dirty="0" sz="1400" b="1">
                <a:latin typeface="Times New Roman"/>
                <a:cs typeface="Times New Roman"/>
              </a:rPr>
              <a:t>Affiliated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to:</a:t>
            </a:r>
            <a:endParaRPr sz="14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DR.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A.P.J.</a:t>
            </a:r>
            <a:r>
              <a:rPr dirty="0" sz="1400" spc="3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Abdul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Kalam</a:t>
            </a:r>
            <a:r>
              <a:rPr dirty="0" sz="1400" spc="-10" b="1">
                <a:latin typeface="Times New Roman"/>
                <a:cs typeface="Times New Roman"/>
              </a:rPr>
              <a:t> Technical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University </a:t>
            </a:r>
            <a:r>
              <a:rPr dirty="0" sz="1400" b="1">
                <a:latin typeface="Times New Roman"/>
                <a:cs typeface="Times New Roman"/>
              </a:rPr>
              <a:t>Session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2026-</a:t>
            </a:r>
            <a:r>
              <a:rPr dirty="0" sz="1400" spc="-25" b="1">
                <a:latin typeface="Times New Roman"/>
                <a:cs typeface="Times New Roman"/>
              </a:rPr>
              <a:t>27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46698" y="1580603"/>
            <a:ext cx="4791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Department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Computer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Science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1625" y="2422429"/>
            <a:ext cx="1291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SUPERVISED</a:t>
            </a:r>
            <a:r>
              <a:rPr dirty="0" u="heavy" sz="12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400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400" y="23189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24" y="206250"/>
              <a:ext cx="8737600" cy="4731385"/>
            </a:xfrm>
            <a:custGeom>
              <a:avLst/>
              <a:gdLst/>
              <a:ahLst/>
              <a:cxnLst/>
              <a:rect l="l" t="t" r="r" b="b"/>
              <a:pathLst>
                <a:path w="8737600" h="4731385">
                  <a:moveTo>
                    <a:pt x="8737499" y="4730999"/>
                  </a:moveTo>
                  <a:lnTo>
                    <a:pt x="0" y="4730999"/>
                  </a:lnTo>
                  <a:lnTo>
                    <a:pt x="0" y="0"/>
                  </a:lnTo>
                  <a:lnTo>
                    <a:pt x="8737499" y="0"/>
                  </a:lnTo>
                  <a:lnTo>
                    <a:pt x="8737499" y="473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Content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1210300" y="1354013"/>
            <a:ext cx="2633345" cy="2433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1.Introduction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2.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Objective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3.</a:t>
            </a:r>
            <a:r>
              <a:rPr dirty="0" sz="14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Literature</a:t>
            </a:r>
            <a:r>
              <a:rPr dirty="0" sz="14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Survey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4.</a:t>
            </a:r>
            <a:r>
              <a:rPr dirty="0" sz="14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5.</a:t>
            </a:r>
            <a:r>
              <a:rPr dirty="0" sz="14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Proposed</a:t>
            </a:r>
            <a:r>
              <a:rPr dirty="0" sz="14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Solution</a:t>
            </a:r>
            <a:r>
              <a:rPr dirty="0" sz="14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(Methodology)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6.</a:t>
            </a:r>
            <a:r>
              <a:rPr dirty="0" sz="14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Mapping</a:t>
            </a:r>
            <a:r>
              <a:rPr dirty="0" sz="14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with</a:t>
            </a:r>
            <a:r>
              <a:rPr dirty="0" sz="14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SDGs</a:t>
            </a:r>
            <a:r>
              <a:rPr dirty="0" sz="14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Goals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Times New Roman"/>
                <a:cs typeface="Times New Roman"/>
              </a:rPr>
              <a:t>7. </a:t>
            </a:r>
            <a:r>
              <a:rPr dirty="0" sz="1400" spc="-10">
                <a:solidFill>
                  <a:srgbClr val="333333"/>
                </a:solidFill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88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100"/>
              </a:spcBef>
            </a:pPr>
            <a:r>
              <a:rPr dirty="0"/>
              <a:t>Litrature</a:t>
            </a:r>
            <a:r>
              <a:rPr dirty="0" spc="50"/>
              <a:t> </a:t>
            </a:r>
            <a:r>
              <a:rPr dirty="0" sz="3100" spc="-10"/>
              <a:t>Survey</a:t>
            </a:r>
            <a:endParaRPr sz="310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70"/>
              <a:t> </a:t>
            </a:r>
            <a:r>
              <a:rPr dirty="0" sz="3100" spc="-10"/>
              <a:t>Statement</a:t>
            </a:r>
            <a:endParaRPr sz="310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40"/>
              <a:t> </a:t>
            </a:r>
            <a:r>
              <a:rPr dirty="0" sz="3100" spc="-10"/>
              <a:t>Solution</a:t>
            </a:r>
            <a:endParaRPr sz="310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31875" y="902368"/>
            <a:ext cx="42811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233944"/>
                </a:solidFill>
                <a:latin typeface="Times New Roman"/>
                <a:cs typeface="Times New Roman"/>
              </a:rPr>
              <a:t>Mapping</a:t>
            </a:r>
            <a:r>
              <a:rPr dirty="0" sz="3200" spc="-45" b="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3200" b="0">
                <a:solidFill>
                  <a:srgbClr val="233944"/>
                </a:solidFill>
                <a:latin typeface="Times New Roman"/>
                <a:cs typeface="Times New Roman"/>
              </a:rPr>
              <a:t>with</a:t>
            </a:r>
            <a:r>
              <a:rPr dirty="0" sz="3200" spc="-40" b="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3200" b="0">
                <a:solidFill>
                  <a:srgbClr val="233944"/>
                </a:solidFill>
                <a:latin typeface="Times New Roman"/>
                <a:cs typeface="Times New Roman"/>
              </a:rPr>
              <a:t>SDG</a:t>
            </a:r>
            <a:r>
              <a:rPr dirty="0" sz="3200" spc="-50" b="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0">
                <a:solidFill>
                  <a:srgbClr val="233944"/>
                </a:solidFill>
                <a:latin typeface="Times New Roman"/>
                <a:cs typeface="Times New Roman"/>
              </a:rPr>
              <a:t>Goals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748" rIns="0" bIns="0" rtlCol="0" vert="horz">
            <a:spAutoFit/>
          </a:bodyPr>
          <a:lstStyle/>
          <a:p>
            <a:pPr marL="7372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48805" y="1099453"/>
            <a:ext cx="772540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222"/>
                </a:solidFill>
                <a:latin typeface="Times New Roman"/>
                <a:cs typeface="Times New Roman"/>
              </a:rPr>
              <a:t>1.</a:t>
            </a:r>
            <a:r>
              <a:rPr dirty="0" sz="1200" spc="1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Singh,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V.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K.,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Awasthi,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P.,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Tripathi,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L.,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Thakur,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S.,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&amp;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Singh,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P.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(2024,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August).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Mern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(Mongodb,</a:t>
            </a:r>
            <a:r>
              <a:rPr dirty="0" sz="1200" spc="1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Express-Js,</a:t>
            </a:r>
            <a:r>
              <a:rPr dirty="0" sz="1200" spc="12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33944"/>
                </a:solidFill>
                <a:latin typeface="Times New Roman"/>
                <a:cs typeface="Times New Roman"/>
              </a:rPr>
              <a:t>React-</a:t>
            </a:r>
            <a:r>
              <a:rPr dirty="0" sz="1200" spc="-25">
                <a:solidFill>
                  <a:srgbClr val="233944"/>
                </a:solidFill>
                <a:latin typeface="Times New Roman"/>
                <a:cs typeface="Times New Roman"/>
              </a:rPr>
              <a:t>Js,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Node-Js)</a:t>
            </a:r>
            <a:r>
              <a:rPr dirty="0" sz="1200" spc="3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Stack</a:t>
            </a:r>
            <a:r>
              <a:rPr dirty="0" sz="1200" spc="33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33944"/>
                </a:solidFill>
                <a:latin typeface="Times New Roman"/>
                <a:cs typeface="Times New Roman"/>
              </a:rPr>
              <a:t>Web-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Based</a:t>
            </a:r>
            <a:r>
              <a:rPr dirty="0" sz="1200" spc="33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Streaming</a:t>
            </a:r>
            <a:r>
              <a:rPr dirty="0" sz="1200" spc="33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and</a:t>
            </a:r>
            <a:r>
              <a:rPr dirty="0" sz="1200" spc="33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Broadcasting</a:t>
            </a:r>
            <a:r>
              <a:rPr dirty="0" sz="1200" spc="33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Application.</a:t>
            </a:r>
            <a:r>
              <a:rPr dirty="0" sz="1200" spc="33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In</a:t>
            </a:r>
            <a:r>
              <a:rPr dirty="0" sz="1200" spc="-10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2024</a:t>
            </a:r>
            <a:r>
              <a:rPr dirty="0" sz="1200" spc="335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International</a:t>
            </a:r>
            <a:r>
              <a:rPr dirty="0" sz="1200" spc="330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Conference</a:t>
            </a:r>
            <a:r>
              <a:rPr dirty="0" sz="1200" spc="335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on</a:t>
            </a:r>
            <a:r>
              <a:rPr dirty="0" sz="1200" spc="335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233944"/>
                </a:solidFill>
                <a:latin typeface="Times New Roman"/>
                <a:cs typeface="Times New Roman"/>
              </a:rPr>
              <a:t>Electrical</a:t>
            </a:r>
            <a:r>
              <a:rPr dirty="0" sz="1200" spc="-10" i="1">
                <a:solidFill>
                  <a:srgbClr val="233944"/>
                </a:solidFill>
                <a:latin typeface="Times New Roman"/>
                <a:cs typeface="Times New Roman"/>
              </a:rPr>
              <a:t> Electronics</a:t>
            </a:r>
            <a:r>
              <a:rPr dirty="0" sz="1200" spc="-20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and</a:t>
            </a:r>
            <a:r>
              <a:rPr dirty="0" sz="1200" spc="-15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Computing</a:t>
            </a:r>
            <a:r>
              <a:rPr dirty="0" sz="1200" spc="-15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233944"/>
                </a:solidFill>
                <a:latin typeface="Times New Roman"/>
                <a:cs typeface="Times New Roman"/>
              </a:rPr>
              <a:t>Technologies</a:t>
            </a:r>
            <a:r>
              <a:rPr dirty="0" sz="1200" spc="-20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233944"/>
                </a:solidFill>
                <a:latin typeface="Times New Roman"/>
                <a:cs typeface="Times New Roman"/>
              </a:rPr>
              <a:t>(ICEECT)</a:t>
            </a:r>
            <a:r>
              <a:rPr dirty="0" sz="1200" spc="-10" i="1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(Vol.</a:t>
            </a:r>
            <a:r>
              <a:rPr dirty="0" sz="1200" spc="-1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1,</a:t>
            </a:r>
            <a:r>
              <a:rPr dirty="0" sz="1200" spc="-1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pp.</a:t>
            </a:r>
            <a:r>
              <a:rPr dirty="0" sz="1200" spc="-15">
                <a:solidFill>
                  <a:srgbClr val="23394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33944"/>
                </a:solidFill>
                <a:latin typeface="Times New Roman"/>
                <a:cs typeface="Times New Roman"/>
              </a:rPr>
              <a:t>1-</a:t>
            </a:r>
            <a:r>
              <a:rPr dirty="0" sz="1200">
                <a:solidFill>
                  <a:srgbClr val="233944"/>
                </a:solidFill>
                <a:latin typeface="Times New Roman"/>
                <a:cs typeface="Times New Roman"/>
              </a:rPr>
              <a:t>6).</a:t>
            </a:r>
            <a:r>
              <a:rPr dirty="0" sz="1200" spc="-10">
                <a:solidFill>
                  <a:srgbClr val="233944"/>
                </a:solidFill>
                <a:latin typeface="Times New Roman"/>
                <a:cs typeface="Times New Roman"/>
              </a:rPr>
              <a:t> IEEE.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3758" y="1795897"/>
            <a:ext cx="26174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b="0">
                <a:latin typeface="Times New Roman"/>
                <a:cs typeface="Times New Roman"/>
              </a:rPr>
              <a:t>Thank </a:t>
            </a:r>
            <a:r>
              <a:rPr dirty="0" sz="4400" spc="-20" b="0">
                <a:latin typeface="Times New Roman"/>
                <a:cs typeface="Times New Roman"/>
              </a:rPr>
              <a:t>you!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2026-07-29T16:50:22Z</dcterms:created>
  <dcterms:modified xsi:type="dcterms:W3CDTF">2026-07-29T16:50:22Z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2026-07-29T00:00:00Z</vt:filetime>
  </property>
</Properties>
</file>