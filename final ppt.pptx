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12700" cap="flat">
              <a:solidFill>
                <a:srgbClr val="AF7B51"/>
              </a:solidFill>
              <a:prstDash val="solid"/>
              <a:round/>
            </a:ln>
          </a:top>
          <a:bottom>
            <a:ln w="127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rgbClr val="CAD6D3"/>
          </a:solidFill>
        </a:fill>
      </a:tcStyle>
    </a:wholeTbl>
    <a:band2H>
      <a:tcTxStyle b="def" i="def"/>
      <a:tcStyle>
        <a:tcBdr/>
        <a:fill>
          <a:solidFill>
            <a:srgbClr val="E6EBEA"/>
          </a:solidFill>
        </a:fill>
      </a:tcStyle>
    </a:band2H>
    <a:firstCol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12700" cap="flat">
              <a:solidFill>
                <a:srgbClr val="AF7B51"/>
              </a:solidFill>
              <a:prstDash val="solid"/>
              <a:round/>
            </a:ln>
          </a:top>
          <a:bottom>
            <a:ln w="127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38100" cap="flat">
              <a:solidFill>
                <a:srgbClr val="AF7B51"/>
              </a:solidFill>
              <a:prstDash val="solid"/>
              <a:round/>
            </a:ln>
          </a:top>
          <a:bottom>
            <a:ln w="127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12700" cap="flat">
              <a:solidFill>
                <a:srgbClr val="AF7B51"/>
              </a:solidFill>
              <a:prstDash val="solid"/>
              <a:round/>
            </a:ln>
          </a:top>
          <a:bottom>
            <a:ln w="381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12700" cap="flat">
              <a:solidFill>
                <a:srgbClr val="AF7B51"/>
              </a:solidFill>
              <a:prstDash val="solid"/>
              <a:round/>
            </a:ln>
          </a:top>
          <a:bottom>
            <a:ln w="127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rgbClr val="EADFD0"/>
          </a:solidFill>
        </a:fill>
      </a:tcStyle>
    </a:wholeTbl>
    <a:band2H>
      <a:tcTxStyle b="def" i="def"/>
      <a:tcStyle>
        <a:tcBdr/>
        <a:fill>
          <a:solidFill>
            <a:srgbClr val="F5F0E9"/>
          </a:solidFill>
        </a:fill>
      </a:tcStyle>
    </a:band2H>
    <a:firstCol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12700" cap="flat">
              <a:solidFill>
                <a:srgbClr val="AF7B51"/>
              </a:solidFill>
              <a:prstDash val="solid"/>
              <a:round/>
            </a:ln>
          </a:top>
          <a:bottom>
            <a:ln w="127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38100" cap="flat">
              <a:solidFill>
                <a:srgbClr val="AF7B51"/>
              </a:solidFill>
              <a:prstDash val="solid"/>
              <a:round/>
            </a:ln>
          </a:top>
          <a:bottom>
            <a:ln w="127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12700" cap="flat">
              <a:solidFill>
                <a:srgbClr val="AF7B51"/>
              </a:solidFill>
              <a:prstDash val="solid"/>
              <a:round/>
            </a:ln>
          </a:top>
          <a:bottom>
            <a:ln w="381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12700" cap="flat">
              <a:solidFill>
                <a:srgbClr val="AF7B51"/>
              </a:solidFill>
              <a:prstDash val="solid"/>
              <a:round/>
            </a:ln>
          </a:top>
          <a:bottom>
            <a:ln w="127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rgbClr val="CACDFB"/>
          </a:solidFill>
        </a:fill>
      </a:tcStyle>
    </a:wholeTbl>
    <a:band2H>
      <a:tcTxStyle b="def" i="def"/>
      <a:tcStyle>
        <a:tcBdr/>
        <a:fill>
          <a:solidFill>
            <a:srgbClr val="E7E8FD"/>
          </a:solidFill>
        </a:fill>
      </a:tcStyle>
    </a:band2H>
    <a:firstCol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12700" cap="flat">
              <a:solidFill>
                <a:srgbClr val="AF7B51"/>
              </a:solidFill>
              <a:prstDash val="solid"/>
              <a:round/>
            </a:ln>
          </a:top>
          <a:bottom>
            <a:ln w="127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38100" cap="flat">
              <a:solidFill>
                <a:srgbClr val="AF7B51"/>
              </a:solidFill>
              <a:prstDash val="solid"/>
              <a:round/>
            </a:ln>
          </a:top>
          <a:bottom>
            <a:ln w="127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12700" cap="flat">
              <a:solidFill>
                <a:srgbClr val="AF7B51"/>
              </a:solidFill>
              <a:prstDash val="solid"/>
              <a:round/>
            </a:ln>
          </a:top>
          <a:bottom>
            <a:ln w="381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AF7B51"/>
          </a:solidFill>
        </a:fill>
      </a:tcStyle>
    </a:band2H>
    <a:firstCol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F7B51"/>
          </a:solidFill>
        </a:fill>
      </a:tcStyle>
    </a:lastRow>
    <a:firstRow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12700" cap="flat">
              <a:solidFill>
                <a:srgbClr val="AF7B51"/>
              </a:solidFill>
              <a:prstDash val="solid"/>
              <a:round/>
            </a:ln>
          </a:top>
          <a:bottom>
            <a:ln w="127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12700" cap="flat">
              <a:solidFill>
                <a:srgbClr val="AF7B51"/>
              </a:solidFill>
              <a:prstDash val="solid"/>
              <a:round/>
            </a:ln>
          </a:top>
          <a:bottom>
            <a:ln w="127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38100" cap="flat">
              <a:solidFill>
                <a:srgbClr val="AF7B51"/>
              </a:solidFill>
              <a:prstDash val="solid"/>
              <a:round/>
            </a:ln>
          </a:top>
          <a:bottom>
            <a:ln w="127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AF7B51"/>
        </a:fontRef>
        <a:srgbClr val="AF7B51"/>
      </a:tcTxStyle>
      <a:tcStyle>
        <a:tcBdr>
          <a:left>
            <a:ln w="12700" cap="flat">
              <a:solidFill>
                <a:srgbClr val="AF7B51"/>
              </a:solidFill>
              <a:prstDash val="solid"/>
              <a:round/>
            </a:ln>
          </a:left>
          <a:right>
            <a:ln w="12700" cap="flat">
              <a:solidFill>
                <a:srgbClr val="AF7B51"/>
              </a:solidFill>
              <a:prstDash val="solid"/>
              <a:round/>
            </a:ln>
          </a:right>
          <a:top>
            <a:ln w="12700" cap="flat">
              <a:solidFill>
                <a:srgbClr val="AF7B51"/>
              </a:solidFill>
              <a:prstDash val="solid"/>
              <a:round/>
            </a:ln>
          </a:top>
          <a:bottom>
            <a:ln w="38100" cap="flat">
              <a:solidFill>
                <a:srgbClr val="AF7B51"/>
              </a:solidFill>
              <a:prstDash val="solid"/>
              <a:round/>
            </a:ln>
          </a:bottom>
          <a:insideH>
            <a:ln w="12700" cap="flat">
              <a:solidFill>
                <a:srgbClr val="AF7B51"/>
              </a:solidFill>
              <a:prstDash val="solid"/>
              <a:round/>
            </a:ln>
          </a:insideH>
          <a:insideV>
            <a:ln w="12700" cap="flat">
              <a:solidFill>
                <a:srgbClr val="AF7B51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Shape 17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;p2"/>
          <p:cNvSpPr/>
          <p:nvPr/>
        </p:nvSpPr>
        <p:spPr>
          <a:xfrm>
            <a:off x="31" y="2824500"/>
            <a:ext cx="7370399" cy="2319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5" name="Google Shape;11;p2"/>
          <p:cNvSpPr/>
          <p:nvPr/>
        </p:nvSpPr>
        <p:spPr>
          <a:xfrm flipH="1">
            <a:off x="3582599" y="1550700"/>
            <a:ext cx="5561401" cy="3592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6" name="Google Shape;12;p2"/>
          <p:cNvSpPr/>
          <p:nvPr/>
        </p:nvSpPr>
        <p:spPr>
          <a:xfrm rot="10800000">
            <a:off x="5058905" y="0"/>
            <a:ext cx="4085101" cy="2052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33A4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7" name="Google Shape;13;p2"/>
          <p:cNvSpPr/>
          <p:nvPr/>
        </p:nvSpPr>
        <p:spPr>
          <a:xfrm>
            <a:off x="203274" y="206250"/>
            <a:ext cx="8737502" cy="4731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28600" dist="0" dir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21" name="Google Shape;14;p2"/>
          <p:cNvGrpSpPr/>
          <p:nvPr/>
        </p:nvGrpSpPr>
        <p:grpSpPr>
          <a:xfrm>
            <a:off x="255199" y="591"/>
            <a:ext cx="2250364" cy="1044302"/>
            <a:chOff x="0" y="0"/>
            <a:chExt cx="2250363" cy="1044300"/>
          </a:xfrm>
        </p:grpSpPr>
        <p:sp>
          <p:nvSpPr>
            <p:cNvPr id="18" name="Google Shape;15;p2"/>
            <p:cNvSpPr/>
            <p:nvPr/>
          </p:nvSpPr>
          <p:spPr>
            <a:xfrm>
              <a:off x="508862" y="-1"/>
              <a:ext cx="1741502" cy="1044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842" y="0"/>
                  </a:lnTo>
                  <a:lnTo>
                    <a:pt x="21600" y="0"/>
                  </a:lnTo>
                  <a:lnTo>
                    <a:pt x="1758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9" name="Google Shape;16;p2"/>
            <p:cNvSpPr/>
            <p:nvPr/>
          </p:nvSpPr>
          <p:spPr>
            <a:xfrm>
              <a:off x="254431" y="-1"/>
              <a:ext cx="1741502" cy="1044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842" y="0"/>
                  </a:lnTo>
                  <a:lnTo>
                    <a:pt x="21600" y="0"/>
                  </a:lnTo>
                  <a:lnTo>
                    <a:pt x="1758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0" name="Google Shape;17;p2"/>
            <p:cNvSpPr/>
            <p:nvPr/>
          </p:nvSpPr>
          <p:spPr>
            <a:xfrm>
              <a:off x="-1" y="-1"/>
              <a:ext cx="1741502" cy="1044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842" y="0"/>
                  </a:lnTo>
                  <a:lnTo>
                    <a:pt x="21600" y="0"/>
                  </a:lnTo>
                  <a:lnTo>
                    <a:pt x="1758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25" name="Google Shape;18;p2"/>
          <p:cNvGrpSpPr/>
          <p:nvPr/>
        </p:nvGrpSpPr>
        <p:grpSpPr>
          <a:xfrm>
            <a:off x="905394" y="591"/>
            <a:ext cx="2250365" cy="1044302"/>
            <a:chOff x="0" y="0"/>
            <a:chExt cx="2250363" cy="1044300"/>
          </a:xfrm>
        </p:grpSpPr>
        <p:sp>
          <p:nvSpPr>
            <p:cNvPr id="22" name="Google Shape;19;p2"/>
            <p:cNvSpPr/>
            <p:nvPr/>
          </p:nvSpPr>
          <p:spPr>
            <a:xfrm>
              <a:off x="508862" y="-1"/>
              <a:ext cx="1741502" cy="1044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842" y="0"/>
                  </a:lnTo>
                  <a:lnTo>
                    <a:pt x="21600" y="0"/>
                  </a:lnTo>
                  <a:lnTo>
                    <a:pt x="1758" y="216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" name="Google Shape;20;p2"/>
            <p:cNvSpPr/>
            <p:nvPr/>
          </p:nvSpPr>
          <p:spPr>
            <a:xfrm>
              <a:off x="254430" y="-1"/>
              <a:ext cx="1741502" cy="1044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842" y="0"/>
                  </a:lnTo>
                  <a:lnTo>
                    <a:pt x="21600" y="0"/>
                  </a:lnTo>
                  <a:lnTo>
                    <a:pt x="1758" y="216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4" name="Google Shape;21;p2"/>
            <p:cNvSpPr/>
            <p:nvPr/>
          </p:nvSpPr>
          <p:spPr>
            <a:xfrm>
              <a:off x="-1" y="-1"/>
              <a:ext cx="1741502" cy="1044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842" y="0"/>
                  </a:lnTo>
                  <a:lnTo>
                    <a:pt x="21600" y="0"/>
                  </a:lnTo>
                  <a:lnTo>
                    <a:pt x="1758" y="216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29" name="Google Shape;22;p2"/>
          <p:cNvGrpSpPr/>
          <p:nvPr/>
        </p:nvGrpSpPr>
        <p:grpSpPr>
          <a:xfrm>
            <a:off x="7057467" y="5087"/>
            <a:ext cx="1851281" cy="752110"/>
            <a:chOff x="0" y="0"/>
            <a:chExt cx="1851280" cy="752108"/>
          </a:xfrm>
        </p:grpSpPr>
        <p:sp>
          <p:nvSpPr>
            <p:cNvPr id="26" name="Google Shape;23;p2"/>
            <p:cNvSpPr/>
            <p:nvPr/>
          </p:nvSpPr>
          <p:spPr>
            <a:xfrm>
              <a:off x="602039" y="-1"/>
              <a:ext cx="1249242" cy="7521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0550" y="0"/>
                  </a:lnTo>
                  <a:lnTo>
                    <a:pt x="21600" y="0"/>
                  </a:lnTo>
                  <a:lnTo>
                    <a:pt x="1050" y="21600"/>
                  </a:lnTo>
                  <a:close/>
                </a:path>
              </a:pathLst>
            </a:custGeom>
            <a:solidFill>
              <a:srgbClr val="233A4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7" name="Google Shape;24;p2"/>
            <p:cNvSpPr/>
            <p:nvPr/>
          </p:nvSpPr>
          <p:spPr>
            <a:xfrm>
              <a:off x="301019" y="-1"/>
              <a:ext cx="1249242" cy="7521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0550" y="0"/>
                  </a:lnTo>
                  <a:lnTo>
                    <a:pt x="21600" y="0"/>
                  </a:lnTo>
                  <a:lnTo>
                    <a:pt x="1050" y="21600"/>
                  </a:lnTo>
                  <a:close/>
                </a:path>
              </a:pathLst>
            </a:custGeom>
            <a:solidFill>
              <a:srgbClr val="233A4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8" name="Google Shape;25;p2"/>
            <p:cNvSpPr/>
            <p:nvPr/>
          </p:nvSpPr>
          <p:spPr>
            <a:xfrm>
              <a:off x="0" y="-1"/>
              <a:ext cx="1249242" cy="7521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0550" y="0"/>
                  </a:lnTo>
                  <a:lnTo>
                    <a:pt x="21600" y="0"/>
                  </a:lnTo>
                  <a:lnTo>
                    <a:pt x="1050" y="21600"/>
                  </a:lnTo>
                  <a:close/>
                </a:path>
              </a:pathLst>
            </a:custGeom>
            <a:solidFill>
              <a:srgbClr val="233A4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33" name="Google Shape;26;p2"/>
          <p:cNvGrpSpPr/>
          <p:nvPr/>
        </p:nvGrpSpPr>
        <p:grpSpPr>
          <a:xfrm>
            <a:off x="6553031" y="4217851"/>
            <a:ext cx="2389067" cy="925738"/>
            <a:chOff x="0" y="0"/>
            <a:chExt cx="2389066" cy="925737"/>
          </a:xfrm>
        </p:grpSpPr>
        <p:sp>
          <p:nvSpPr>
            <p:cNvPr id="30" name="Google Shape;27;p2"/>
            <p:cNvSpPr/>
            <p:nvPr/>
          </p:nvSpPr>
          <p:spPr>
            <a:xfrm>
              <a:off x="776928" y="-1"/>
              <a:ext cx="1612139" cy="925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600" y="0"/>
                  </a:lnTo>
                  <a:lnTo>
                    <a:pt x="21600" y="0"/>
                  </a:lnTo>
                  <a:lnTo>
                    <a:pt x="200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1" name="Google Shape;28;p2"/>
            <p:cNvSpPr/>
            <p:nvPr/>
          </p:nvSpPr>
          <p:spPr>
            <a:xfrm>
              <a:off x="388463" y="-1"/>
              <a:ext cx="1612139" cy="925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600" y="0"/>
                  </a:lnTo>
                  <a:lnTo>
                    <a:pt x="21600" y="0"/>
                  </a:lnTo>
                  <a:lnTo>
                    <a:pt x="200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2" name="Google Shape;29;p2"/>
            <p:cNvSpPr/>
            <p:nvPr/>
          </p:nvSpPr>
          <p:spPr>
            <a:xfrm>
              <a:off x="-1" y="-1"/>
              <a:ext cx="1612139" cy="925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600" y="0"/>
                  </a:lnTo>
                  <a:lnTo>
                    <a:pt x="21600" y="0"/>
                  </a:lnTo>
                  <a:lnTo>
                    <a:pt x="200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37" name="Google Shape;30;p2"/>
          <p:cNvGrpSpPr/>
          <p:nvPr/>
        </p:nvGrpSpPr>
        <p:grpSpPr>
          <a:xfrm>
            <a:off x="199148" y="4055652"/>
            <a:ext cx="2795414" cy="1083309"/>
            <a:chOff x="0" y="0"/>
            <a:chExt cx="2795412" cy="1083308"/>
          </a:xfrm>
        </p:grpSpPr>
        <p:sp>
          <p:nvSpPr>
            <p:cNvPr id="34" name="Google Shape;31;p2"/>
            <p:cNvSpPr/>
            <p:nvPr/>
          </p:nvSpPr>
          <p:spPr>
            <a:xfrm>
              <a:off x="909072" y="-1"/>
              <a:ext cx="1886341" cy="108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602" y="0"/>
                  </a:lnTo>
                  <a:lnTo>
                    <a:pt x="21600" y="0"/>
                  </a:lnTo>
                  <a:lnTo>
                    <a:pt x="1998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5" name="Google Shape;32;p2"/>
            <p:cNvSpPr/>
            <p:nvPr/>
          </p:nvSpPr>
          <p:spPr>
            <a:xfrm>
              <a:off x="454536" y="-1"/>
              <a:ext cx="1886341" cy="108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602" y="0"/>
                  </a:lnTo>
                  <a:lnTo>
                    <a:pt x="21600" y="0"/>
                  </a:lnTo>
                  <a:lnTo>
                    <a:pt x="1998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6" name="Google Shape;33;p2"/>
            <p:cNvSpPr/>
            <p:nvPr/>
          </p:nvSpPr>
          <p:spPr>
            <a:xfrm>
              <a:off x="-1" y="-1"/>
              <a:ext cx="1886342" cy="108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602" y="0"/>
                  </a:lnTo>
                  <a:lnTo>
                    <a:pt x="21600" y="0"/>
                  </a:lnTo>
                  <a:lnTo>
                    <a:pt x="1998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38" name="Title Text"/>
          <p:cNvSpPr txBox="1"/>
          <p:nvPr>
            <p:ph type="title"/>
          </p:nvPr>
        </p:nvSpPr>
        <p:spPr>
          <a:xfrm>
            <a:off x="1858703" y="1822832"/>
            <a:ext cx="5361300" cy="1448101"/>
          </a:xfrm>
          <a:prstGeom prst="rect">
            <a:avLst/>
          </a:prstGeom>
        </p:spPr>
        <p:txBody>
          <a:bodyPr anchor="ctr"/>
          <a:lstStyle>
            <a:lvl1pPr algn="ctr">
              <a:defRPr sz="3800"/>
            </a:lvl1pPr>
          </a:lstStyle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1858699" y="3413157"/>
            <a:ext cx="5361301" cy="522601"/>
          </a:xfrm>
          <a:prstGeom prst="rect">
            <a:avLst/>
          </a:prstGeom>
        </p:spPr>
        <p:txBody>
          <a:bodyPr/>
          <a:lstStyle>
            <a:lvl1pPr marL="311150" indent="-165100" algn="ctr">
              <a:lnSpc>
                <a:spcPct val="100000"/>
              </a:lnSpc>
              <a:buClrTx/>
              <a:buSzTx/>
              <a:buFontTx/>
              <a:buNone/>
              <a:defRPr sz="1600">
                <a:solidFill>
                  <a:srgbClr val="AF7B51"/>
                </a:solidFill>
              </a:defRPr>
            </a:lvl1pPr>
            <a:lvl2pPr marL="311150" indent="304800" algn="ctr">
              <a:lnSpc>
                <a:spcPct val="100000"/>
              </a:lnSpc>
              <a:buClrTx/>
              <a:buSzTx/>
              <a:buFontTx/>
              <a:buNone/>
              <a:defRPr sz="1600">
                <a:solidFill>
                  <a:srgbClr val="AF7B51"/>
                </a:solidFill>
              </a:defRPr>
            </a:lvl2pPr>
            <a:lvl3pPr marL="311150" indent="762000" algn="ctr">
              <a:lnSpc>
                <a:spcPct val="100000"/>
              </a:lnSpc>
              <a:buClrTx/>
              <a:buSzTx/>
              <a:buFontTx/>
              <a:buNone/>
              <a:defRPr sz="1600">
                <a:solidFill>
                  <a:srgbClr val="AF7B51"/>
                </a:solidFill>
              </a:defRPr>
            </a:lvl3pPr>
            <a:lvl4pPr marL="311150" indent="1219200" algn="ctr">
              <a:lnSpc>
                <a:spcPct val="100000"/>
              </a:lnSpc>
              <a:buClrTx/>
              <a:buSzTx/>
              <a:buFontTx/>
              <a:buNone/>
              <a:defRPr sz="1600">
                <a:solidFill>
                  <a:srgbClr val="AF7B51"/>
                </a:solidFill>
              </a:defRPr>
            </a:lvl4pPr>
            <a:lvl5pPr marL="311150" indent="1676400" algn="ctr">
              <a:lnSpc>
                <a:spcPct val="100000"/>
              </a:lnSpc>
              <a:buClrTx/>
              <a:buSzTx/>
              <a:buFontTx/>
              <a:buNone/>
              <a:defRPr sz="1600">
                <a:solidFill>
                  <a:srgbClr val="AF7B5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38;p3"/>
          <p:cNvSpPr/>
          <p:nvPr/>
        </p:nvSpPr>
        <p:spPr>
          <a:xfrm flipH="1">
            <a:off x="4757099" y="2309399"/>
            <a:ext cx="4386901" cy="2834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51" name="Google Shape;39;p3"/>
          <p:cNvGrpSpPr/>
          <p:nvPr/>
        </p:nvGrpSpPr>
        <p:grpSpPr>
          <a:xfrm>
            <a:off x="5594191" y="3961114"/>
            <a:ext cx="2910144" cy="1182341"/>
            <a:chOff x="0" y="0"/>
            <a:chExt cx="2910142" cy="1182340"/>
          </a:xfrm>
        </p:grpSpPr>
        <p:sp>
          <p:nvSpPr>
            <p:cNvPr id="48" name="Google Shape;40;p3"/>
            <p:cNvSpPr/>
            <p:nvPr/>
          </p:nvSpPr>
          <p:spPr>
            <a:xfrm>
              <a:off x="946382" y="-1"/>
              <a:ext cx="1963761" cy="11823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0551" y="0"/>
                  </a:lnTo>
                  <a:lnTo>
                    <a:pt x="21600" y="0"/>
                  </a:lnTo>
                  <a:lnTo>
                    <a:pt x="1049" y="2160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9" name="Google Shape;41;p3"/>
            <p:cNvSpPr/>
            <p:nvPr/>
          </p:nvSpPr>
          <p:spPr>
            <a:xfrm>
              <a:off x="473191" y="-1"/>
              <a:ext cx="1963761" cy="11823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0551" y="0"/>
                  </a:lnTo>
                  <a:lnTo>
                    <a:pt x="21600" y="0"/>
                  </a:lnTo>
                  <a:lnTo>
                    <a:pt x="1049" y="2160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0" name="Google Shape;42;p3"/>
            <p:cNvSpPr/>
            <p:nvPr/>
          </p:nvSpPr>
          <p:spPr>
            <a:xfrm>
              <a:off x="0" y="-1"/>
              <a:ext cx="1963761" cy="11823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0551" y="0"/>
                  </a:lnTo>
                  <a:lnTo>
                    <a:pt x="21600" y="0"/>
                  </a:lnTo>
                  <a:lnTo>
                    <a:pt x="1049" y="2160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55" name="Google Shape;43;p3"/>
          <p:cNvGrpSpPr/>
          <p:nvPr/>
        </p:nvGrpSpPr>
        <p:grpSpPr>
          <a:xfrm>
            <a:off x="199148" y="1"/>
            <a:ext cx="2795414" cy="1083310"/>
            <a:chOff x="0" y="0"/>
            <a:chExt cx="2795412" cy="1083308"/>
          </a:xfrm>
        </p:grpSpPr>
        <p:sp>
          <p:nvSpPr>
            <p:cNvPr id="52" name="Google Shape;44;p3"/>
            <p:cNvSpPr/>
            <p:nvPr/>
          </p:nvSpPr>
          <p:spPr>
            <a:xfrm>
              <a:off x="909072" y="-1"/>
              <a:ext cx="1886341" cy="108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602" y="0"/>
                  </a:lnTo>
                  <a:lnTo>
                    <a:pt x="21600" y="0"/>
                  </a:lnTo>
                  <a:lnTo>
                    <a:pt x="1998" y="21600"/>
                  </a:lnTo>
                  <a:close/>
                </a:path>
              </a:pathLst>
            </a:custGeom>
            <a:solidFill>
              <a:srgbClr val="233A4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3" name="Google Shape;45;p3"/>
            <p:cNvSpPr/>
            <p:nvPr/>
          </p:nvSpPr>
          <p:spPr>
            <a:xfrm>
              <a:off x="454536" y="-1"/>
              <a:ext cx="1886341" cy="108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602" y="0"/>
                  </a:lnTo>
                  <a:lnTo>
                    <a:pt x="21600" y="0"/>
                  </a:lnTo>
                  <a:lnTo>
                    <a:pt x="1998" y="21600"/>
                  </a:lnTo>
                  <a:close/>
                </a:path>
              </a:pathLst>
            </a:custGeom>
            <a:solidFill>
              <a:srgbClr val="233A4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4" name="Google Shape;46;p3"/>
            <p:cNvSpPr/>
            <p:nvPr/>
          </p:nvSpPr>
          <p:spPr>
            <a:xfrm>
              <a:off x="-1" y="-1"/>
              <a:ext cx="1886342" cy="108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602" y="0"/>
                  </a:lnTo>
                  <a:lnTo>
                    <a:pt x="21600" y="0"/>
                  </a:lnTo>
                  <a:lnTo>
                    <a:pt x="1998" y="21600"/>
                  </a:lnTo>
                  <a:close/>
                </a:path>
              </a:pathLst>
            </a:custGeom>
            <a:solidFill>
              <a:srgbClr val="233A4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56" name="Title Text"/>
          <p:cNvSpPr txBox="1"/>
          <p:nvPr>
            <p:ph type="title"/>
          </p:nvPr>
        </p:nvSpPr>
        <p:spPr>
          <a:xfrm>
            <a:off x="1888683" y="1746100"/>
            <a:ext cx="5377501" cy="1646100"/>
          </a:xfrm>
          <a:prstGeom prst="rect">
            <a:avLst/>
          </a:prstGeom>
        </p:spPr>
        <p:txBody>
          <a:bodyPr anchor="ctr"/>
          <a:lstStyle>
            <a:lvl1pPr algn="ctr">
              <a:defRPr sz="3200">
                <a:solidFill>
                  <a:srgbClr val="233A44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5" name="Body Level One…"/>
          <p:cNvSpPr txBox="1"/>
          <p:nvPr>
            <p:ph type="body" sz="half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62;p5"/>
          <p:cNvSpPr txBox="1"/>
          <p:nvPr>
            <p:ph type="body" sz="quarter" idx="21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_COLUMN_TEXT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71;p7"/>
          <p:cNvSpPr/>
          <p:nvPr/>
        </p:nvSpPr>
        <p:spPr>
          <a:xfrm flipH="1">
            <a:off x="3582599" y="1550700"/>
            <a:ext cx="5561401" cy="3592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2" name="Google Shape;72;p7"/>
          <p:cNvSpPr/>
          <p:nvPr/>
        </p:nvSpPr>
        <p:spPr>
          <a:xfrm>
            <a:off x="31" y="2824500"/>
            <a:ext cx="7370399" cy="2319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33A4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3" name="Google Shape;73;p7"/>
          <p:cNvSpPr/>
          <p:nvPr/>
        </p:nvSpPr>
        <p:spPr>
          <a:xfrm>
            <a:off x="203224" y="206250"/>
            <a:ext cx="8737502" cy="4731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28600" dist="0" dir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4" name="Title Text"/>
          <p:cNvSpPr txBox="1"/>
          <p:nvPr>
            <p:ph type="title"/>
          </p:nvPr>
        </p:nvSpPr>
        <p:spPr>
          <a:xfrm>
            <a:off x="819150" y="845600"/>
            <a:ext cx="3709200" cy="138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5" name="Body Level One…"/>
          <p:cNvSpPr txBox="1"/>
          <p:nvPr>
            <p:ph type="body" sz="quarter" idx="1"/>
          </p:nvPr>
        </p:nvSpPr>
        <p:spPr>
          <a:xfrm>
            <a:off x="830699" y="2319049"/>
            <a:ext cx="3709201" cy="21198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MAIN_POI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78;p8"/>
          <p:cNvSpPr/>
          <p:nvPr/>
        </p:nvSpPr>
        <p:spPr>
          <a:xfrm>
            <a:off x="0" y="2823143"/>
            <a:ext cx="7369200" cy="23169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04" name="Google Shape;79;p8"/>
          <p:cNvSpPr/>
          <p:nvPr/>
        </p:nvSpPr>
        <p:spPr>
          <a:xfrm flipH="1">
            <a:off x="3583209" y="1554113"/>
            <a:ext cx="5560502" cy="3589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108" name="Google Shape;80;p8"/>
          <p:cNvGrpSpPr/>
          <p:nvPr/>
        </p:nvGrpSpPr>
        <p:grpSpPr>
          <a:xfrm>
            <a:off x="255991" y="-119"/>
            <a:ext cx="2251347" cy="1043410"/>
            <a:chOff x="0" y="0"/>
            <a:chExt cx="2251346" cy="1043408"/>
          </a:xfrm>
        </p:grpSpPr>
        <p:sp>
          <p:nvSpPr>
            <p:cNvPr id="105" name="Google Shape;81;p8"/>
            <p:cNvSpPr/>
            <p:nvPr/>
          </p:nvSpPr>
          <p:spPr>
            <a:xfrm>
              <a:off x="510092" y="-1"/>
              <a:ext cx="1741255" cy="1043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828" y="0"/>
                  </a:lnTo>
                  <a:lnTo>
                    <a:pt x="21600" y="0"/>
                  </a:lnTo>
                  <a:lnTo>
                    <a:pt x="1772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6" name="Google Shape;82;p8"/>
            <p:cNvSpPr/>
            <p:nvPr/>
          </p:nvSpPr>
          <p:spPr>
            <a:xfrm>
              <a:off x="255046" y="-1"/>
              <a:ext cx="1741255" cy="1043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828" y="0"/>
                  </a:lnTo>
                  <a:lnTo>
                    <a:pt x="21600" y="0"/>
                  </a:lnTo>
                  <a:lnTo>
                    <a:pt x="1772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7" name="Google Shape;83;p8"/>
            <p:cNvSpPr/>
            <p:nvPr/>
          </p:nvSpPr>
          <p:spPr>
            <a:xfrm>
              <a:off x="0" y="-1"/>
              <a:ext cx="1741255" cy="1043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828" y="0"/>
                  </a:lnTo>
                  <a:lnTo>
                    <a:pt x="21600" y="0"/>
                  </a:lnTo>
                  <a:lnTo>
                    <a:pt x="1772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109" name="Google Shape;84;p8"/>
          <p:cNvSpPr/>
          <p:nvPr/>
        </p:nvSpPr>
        <p:spPr>
          <a:xfrm>
            <a:off x="203224" y="206250"/>
            <a:ext cx="8737502" cy="4731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28600" dist="0" dir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113" name="Google Shape;85;p8"/>
          <p:cNvGrpSpPr/>
          <p:nvPr/>
        </p:nvGrpSpPr>
        <p:grpSpPr>
          <a:xfrm>
            <a:off x="34933" y="4522125"/>
            <a:ext cx="1593307" cy="617073"/>
            <a:chOff x="0" y="0"/>
            <a:chExt cx="1593305" cy="617071"/>
          </a:xfrm>
        </p:grpSpPr>
        <p:sp>
          <p:nvSpPr>
            <p:cNvPr id="110" name="Google Shape;86;p8"/>
            <p:cNvSpPr/>
            <p:nvPr/>
          </p:nvSpPr>
          <p:spPr>
            <a:xfrm>
              <a:off x="518145" y="0"/>
              <a:ext cx="1075161" cy="6170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590" y="0"/>
                  </a:lnTo>
                  <a:lnTo>
                    <a:pt x="21600" y="0"/>
                  </a:lnTo>
                  <a:lnTo>
                    <a:pt x="2010" y="216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11" name="Google Shape;87;p8"/>
            <p:cNvSpPr/>
            <p:nvPr/>
          </p:nvSpPr>
          <p:spPr>
            <a:xfrm>
              <a:off x="259072" y="0"/>
              <a:ext cx="1075161" cy="6170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590" y="0"/>
                  </a:lnTo>
                  <a:lnTo>
                    <a:pt x="21600" y="0"/>
                  </a:lnTo>
                  <a:lnTo>
                    <a:pt x="2010" y="216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12" name="Google Shape;88;p8"/>
            <p:cNvSpPr/>
            <p:nvPr/>
          </p:nvSpPr>
          <p:spPr>
            <a:xfrm>
              <a:off x="-1" y="0"/>
              <a:ext cx="1075162" cy="6170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590" y="0"/>
                  </a:lnTo>
                  <a:lnTo>
                    <a:pt x="21600" y="0"/>
                  </a:lnTo>
                  <a:lnTo>
                    <a:pt x="2010" y="216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117" name="Google Shape;89;p8"/>
          <p:cNvGrpSpPr/>
          <p:nvPr/>
        </p:nvGrpSpPr>
        <p:grpSpPr>
          <a:xfrm>
            <a:off x="5886353" y="1243"/>
            <a:ext cx="3257454" cy="1261514"/>
            <a:chOff x="0" y="0"/>
            <a:chExt cx="3257453" cy="1261513"/>
          </a:xfrm>
        </p:grpSpPr>
        <p:sp>
          <p:nvSpPr>
            <p:cNvPr id="114" name="Google Shape;90;p8"/>
            <p:cNvSpPr/>
            <p:nvPr/>
          </p:nvSpPr>
          <p:spPr>
            <a:xfrm>
              <a:off x="1059328" y="0"/>
              <a:ext cx="2198126" cy="1261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589" y="0"/>
                  </a:lnTo>
                  <a:lnTo>
                    <a:pt x="21600" y="0"/>
                  </a:lnTo>
                  <a:lnTo>
                    <a:pt x="2011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15" name="Google Shape;91;p8"/>
            <p:cNvSpPr/>
            <p:nvPr/>
          </p:nvSpPr>
          <p:spPr>
            <a:xfrm>
              <a:off x="529664" y="0"/>
              <a:ext cx="2198126" cy="1261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589" y="0"/>
                  </a:lnTo>
                  <a:lnTo>
                    <a:pt x="21600" y="0"/>
                  </a:lnTo>
                  <a:lnTo>
                    <a:pt x="2011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16" name="Google Shape;92;p8"/>
            <p:cNvSpPr/>
            <p:nvPr/>
          </p:nvSpPr>
          <p:spPr>
            <a:xfrm>
              <a:off x="0" y="0"/>
              <a:ext cx="2198125" cy="1261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589" y="0"/>
                  </a:lnTo>
                  <a:lnTo>
                    <a:pt x="21600" y="0"/>
                  </a:lnTo>
                  <a:lnTo>
                    <a:pt x="2011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118" name="Title Text"/>
          <p:cNvSpPr txBox="1"/>
          <p:nvPr>
            <p:ph type="title"/>
          </p:nvPr>
        </p:nvSpPr>
        <p:spPr>
          <a:xfrm>
            <a:off x="1393928" y="1301145"/>
            <a:ext cx="6366902" cy="2539202"/>
          </a:xfrm>
          <a:prstGeom prst="rect">
            <a:avLst/>
          </a:prstGeom>
        </p:spPr>
        <p:txBody>
          <a:bodyPr anchor="ctr"/>
          <a:lstStyle>
            <a:lvl1pPr algn="ctr"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/>
          <p:nvPr>
            <p:ph type="title"/>
          </p:nvPr>
        </p:nvSpPr>
        <p:spPr>
          <a:xfrm>
            <a:off x="819150" y="845600"/>
            <a:ext cx="6424201" cy="705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7" name="Body Level One…"/>
          <p:cNvSpPr txBox="1"/>
          <p:nvPr>
            <p:ph type="body" sz="quarter" idx="1"/>
          </p:nvPr>
        </p:nvSpPr>
        <p:spPr>
          <a:xfrm>
            <a:off x="819150" y="1550700"/>
            <a:ext cx="5859901" cy="393601"/>
          </a:xfrm>
          <a:prstGeom prst="rect">
            <a:avLst/>
          </a:prstGeom>
        </p:spPr>
        <p:txBody>
          <a:bodyPr/>
          <a:lstStyle>
            <a:lvl1pPr marL="311150" indent="-165100">
              <a:lnSpc>
                <a:spcPct val="100000"/>
              </a:lnSpc>
              <a:buClrTx/>
              <a:buSzTx/>
              <a:buFontTx/>
              <a:buNone/>
              <a:defRPr sz="1600">
                <a:solidFill>
                  <a:srgbClr val="AF7B51"/>
                </a:solidFill>
              </a:defRPr>
            </a:lvl1pPr>
            <a:lvl2pPr marL="311150" indent="304800">
              <a:lnSpc>
                <a:spcPct val="100000"/>
              </a:lnSpc>
              <a:buClrTx/>
              <a:buSzTx/>
              <a:buFontTx/>
              <a:buNone/>
              <a:defRPr sz="1600">
                <a:solidFill>
                  <a:srgbClr val="AF7B51"/>
                </a:solidFill>
              </a:defRPr>
            </a:lvl2pPr>
            <a:lvl3pPr marL="311150" indent="762000">
              <a:lnSpc>
                <a:spcPct val="100000"/>
              </a:lnSpc>
              <a:buClrTx/>
              <a:buSzTx/>
              <a:buFontTx/>
              <a:buNone/>
              <a:defRPr sz="1600">
                <a:solidFill>
                  <a:srgbClr val="AF7B51"/>
                </a:solidFill>
              </a:defRPr>
            </a:lvl3pPr>
            <a:lvl4pPr marL="311150" indent="1219200">
              <a:lnSpc>
                <a:spcPct val="100000"/>
              </a:lnSpc>
              <a:buClrTx/>
              <a:buSzTx/>
              <a:buFontTx/>
              <a:buNone/>
              <a:defRPr sz="1600">
                <a:solidFill>
                  <a:srgbClr val="AF7B51"/>
                </a:solidFill>
              </a:defRPr>
            </a:lvl4pPr>
            <a:lvl5pPr marL="311150" indent="1676400">
              <a:lnSpc>
                <a:spcPct val="100000"/>
              </a:lnSpc>
              <a:buClrTx/>
              <a:buSzTx/>
              <a:buFontTx/>
              <a:buNone/>
              <a:defRPr sz="1600">
                <a:solidFill>
                  <a:srgbClr val="AF7B5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Google Shape;101;p9"/>
          <p:cNvSpPr txBox="1"/>
          <p:nvPr>
            <p:ph type="body" sz="half" idx="21"/>
          </p:nvPr>
        </p:nvSpPr>
        <p:spPr>
          <a:xfrm>
            <a:off x="819150" y="2467049"/>
            <a:ext cx="5859901" cy="20955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PTION_ONLY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04;p10"/>
          <p:cNvSpPr/>
          <p:nvPr/>
        </p:nvSpPr>
        <p:spPr>
          <a:xfrm>
            <a:off x="31" y="2824500"/>
            <a:ext cx="7370399" cy="2319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37" name="Google Shape;105;p10"/>
          <p:cNvSpPr/>
          <p:nvPr/>
        </p:nvSpPr>
        <p:spPr>
          <a:xfrm flipH="1">
            <a:off x="3582599" y="1550700"/>
            <a:ext cx="5561401" cy="3592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33A4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38" name="Google Shape;106;p10"/>
          <p:cNvSpPr/>
          <p:nvPr/>
        </p:nvSpPr>
        <p:spPr>
          <a:xfrm>
            <a:off x="203224" y="206250"/>
            <a:ext cx="8737502" cy="4731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28600" dist="0" dir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39" name="Body Level One…"/>
          <p:cNvSpPr txBox="1"/>
          <p:nvPr>
            <p:ph type="body" sz="quarter" idx="1"/>
          </p:nvPr>
        </p:nvSpPr>
        <p:spPr>
          <a:xfrm>
            <a:off x="328025" y="4163500"/>
            <a:ext cx="7415101" cy="605101"/>
          </a:xfrm>
          <a:prstGeom prst="rect">
            <a:avLst/>
          </a:prstGeom>
        </p:spPr>
        <p:txBody>
          <a:bodyPr anchor="b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G_NUMBER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10;p11"/>
          <p:cNvSpPr/>
          <p:nvPr/>
        </p:nvSpPr>
        <p:spPr>
          <a:xfrm flipH="1">
            <a:off x="5569199" y="2834075"/>
            <a:ext cx="3574801" cy="2309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151" name="Google Shape;111;p11"/>
          <p:cNvGrpSpPr/>
          <p:nvPr/>
        </p:nvGrpSpPr>
        <p:grpSpPr>
          <a:xfrm>
            <a:off x="5959221" y="4119576"/>
            <a:ext cx="2520952" cy="1024166"/>
            <a:chOff x="0" y="0"/>
            <a:chExt cx="2520950" cy="1024165"/>
          </a:xfrm>
        </p:grpSpPr>
        <p:sp>
          <p:nvSpPr>
            <p:cNvPr id="148" name="Google Shape;112;p11"/>
            <p:cNvSpPr/>
            <p:nvPr/>
          </p:nvSpPr>
          <p:spPr>
            <a:xfrm>
              <a:off x="819816" y="-1"/>
              <a:ext cx="1701135" cy="1024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0550" y="0"/>
                  </a:lnTo>
                  <a:lnTo>
                    <a:pt x="21600" y="0"/>
                  </a:lnTo>
                  <a:lnTo>
                    <a:pt x="1050" y="2160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49" name="Google Shape;113;p11"/>
            <p:cNvSpPr/>
            <p:nvPr/>
          </p:nvSpPr>
          <p:spPr>
            <a:xfrm>
              <a:off x="409908" y="-1"/>
              <a:ext cx="1701135" cy="1024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0550" y="0"/>
                  </a:lnTo>
                  <a:lnTo>
                    <a:pt x="21600" y="0"/>
                  </a:lnTo>
                  <a:lnTo>
                    <a:pt x="1050" y="2160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50" name="Google Shape;114;p11"/>
            <p:cNvSpPr/>
            <p:nvPr/>
          </p:nvSpPr>
          <p:spPr>
            <a:xfrm>
              <a:off x="0" y="-1"/>
              <a:ext cx="1701134" cy="1024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0550" y="0"/>
                  </a:lnTo>
                  <a:lnTo>
                    <a:pt x="21600" y="0"/>
                  </a:lnTo>
                  <a:lnTo>
                    <a:pt x="1050" y="2160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155" name="Google Shape;115;p11"/>
          <p:cNvGrpSpPr/>
          <p:nvPr/>
        </p:nvGrpSpPr>
        <p:grpSpPr>
          <a:xfrm>
            <a:off x="199148" y="1"/>
            <a:ext cx="2795414" cy="1083310"/>
            <a:chOff x="0" y="0"/>
            <a:chExt cx="2795412" cy="1083308"/>
          </a:xfrm>
        </p:grpSpPr>
        <p:sp>
          <p:nvSpPr>
            <p:cNvPr id="152" name="Google Shape;116;p11"/>
            <p:cNvSpPr/>
            <p:nvPr/>
          </p:nvSpPr>
          <p:spPr>
            <a:xfrm>
              <a:off x="909072" y="-1"/>
              <a:ext cx="1886341" cy="108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602" y="0"/>
                  </a:lnTo>
                  <a:lnTo>
                    <a:pt x="21600" y="0"/>
                  </a:lnTo>
                  <a:lnTo>
                    <a:pt x="1998" y="21600"/>
                  </a:lnTo>
                  <a:close/>
                </a:path>
              </a:pathLst>
            </a:custGeom>
            <a:solidFill>
              <a:srgbClr val="233A4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53" name="Google Shape;117;p11"/>
            <p:cNvSpPr/>
            <p:nvPr/>
          </p:nvSpPr>
          <p:spPr>
            <a:xfrm>
              <a:off x="454536" y="-1"/>
              <a:ext cx="1886341" cy="108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602" y="0"/>
                  </a:lnTo>
                  <a:lnTo>
                    <a:pt x="21600" y="0"/>
                  </a:lnTo>
                  <a:lnTo>
                    <a:pt x="1998" y="21600"/>
                  </a:lnTo>
                  <a:close/>
                </a:path>
              </a:pathLst>
            </a:custGeom>
            <a:solidFill>
              <a:srgbClr val="233A4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54" name="Google Shape;118;p11"/>
            <p:cNvSpPr/>
            <p:nvPr/>
          </p:nvSpPr>
          <p:spPr>
            <a:xfrm>
              <a:off x="-1" y="-1"/>
              <a:ext cx="1886342" cy="108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9602" y="0"/>
                  </a:lnTo>
                  <a:lnTo>
                    <a:pt x="21600" y="0"/>
                  </a:lnTo>
                  <a:lnTo>
                    <a:pt x="1998" y="21600"/>
                  </a:lnTo>
                  <a:close/>
                </a:path>
              </a:pathLst>
            </a:custGeom>
            <a:solidFill>
              <a:srgbClr val="233A4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156" name="xx%"/>
          <p:cNvSpPr txBox="1"/>
          <p:nvPr>
            <p:ph type="title" hasCustomPrompt="1"/>
          </p:nvPr>
        </p:nvSpPr>
        <p:spPr>
          <a:xfrm>
            <a:off x="1385850" y="1383850"/>
            <a:ext cx="6372301" cy="1379701"/>
          </a:xfrm>
          <a:prstGeom prst="rect">
            <a:avLst/>
          </a:prstGeom>
        </p:spPr>
        <p:txBody>
          <a:bodyPr anchor="ctr"/>
          <a:lstStyle>
            <a:lvl1pPr algn="ctr">
              <a:defRPr sz="8600">
                <a:solidFill>
                  <a:srgbClr val="233A44"/>
                </a:solidFill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157" name="Body Level One…"/>
          <p:cNvSpPr txBox="1"/>
          <p:nvPr>
            <p:ph type="body" sz="quarter" idx="1"/>
          </p:nvPr>
        </p:nvSpPr>
        <p:spPr>
          <a:xfrm>
            <a:off x="1385850" y="2863850"/>
            <a:ext cx="6372301" cy="641101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233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5;p6"/>
          <p:cNvSpPr/>
          <p:nvPr/>
        </p:nvSpPr>
        <p:spPr>
          <a:xfrm flipH="1">
            <a:off x="3582599" y="1550700"/>
            <a:ext cx="5561401" cy="3592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" name="Google Shape;66;p6"/>
          <p:cNvSpPr/>
          <p:nvPr/>
        </p:nvSpPr>
        <p:spPr>
          <a:xfrm>
            <a:off x="31" y="2824500"/>
            <a:ext cx="7370399" cy="2319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4" name="Google Shape;67;p6"/>
          <p:cNvSpPr/>
          <p:nvPr/>
        </p:nvSpPr>
        <p:spPr>
          <a:xfrm>
            <a:off x="203224" y="206250"/>
            <a:ext cx="8737502" cy="4731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228600" dist="0" dir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5" name="Title Text"/>
          <p:cNvSpPr txBox="1"/>
          <p:nvPr>
            <p:ph type="title"/>
          </p:nvPr>
        </p:nvSpPr>
        <p:spPr>
          <a:xfrm>
            <a:off x="819150" y="845600"/>
            <a:ext cx="7505700" cy="95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8602621" y="4572843"/>
            <a:ext cx="336814" cy="335251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rgbClr val="233A44"/>
                </a:solidFill>
                <a:latin typeface="Nunito"/>
                <a:ea typeface="Nunito"/>
                <a:cs typeface="Nunito"/>
                <a:sym typeface="Nunito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AF7B51"/>
          </a:solidFill>
          <a:uFillTx/>
          <a:latin typeface="Nunito"/>
          <a:ea typeface="Nunito"/>
          <a:cs typeface="Nunito"/>
          <a:sym typeface="Nunito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AF7B51"/>
          </a:solidFill>
          <a:uFillTx/>
          <a:latin typeface="Nunito"/>
          <a:ea typeface="Nunito"/>
          <a:cs typeface="Nunito"/>
          <a:sym typeface="Nunito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AF7B51"/>
          </a:solidFill>
          <a:uFillTx/>
          <a:latin typeface="Nunito"/>
          <a:ea typeface="Nunito"/>
          <a:cs typeface="Nunito"/>
          <a:sym typeface="Nunito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AF7B51"/>
          </a:solidFill>
          <a:uFillTx/>
          <a:latin typeface="Nunito"/>
          <a:ea typeface="Nunito"/>
          <a:cs typeface="Nunito"/>
          <a:sym typeface="Nunito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AF7B51"/>
          </a:solidFill>
          <a:uFillTx/>
          <a:latin typeface="Nunito"/>
          <a:ea typeface="Nunito"/>
          <a:cs typeface="Nunito"/>
          <a:sym typeface="Nunito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AF7B51"/>
          </a:solidFill>
          <a:uFillTx/>
          <a:latin typeface="Nunito"/>
          <a:ea typeface="Nunito"/>
          <a:cs typeface="Nunito"/>
          <a:sym typeface="Nunito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AF7B51"/>
          </a:solidFill>
          <a:uFillTx/>
          <a:latin typeface="Nunito"/>
          <a:ea typeface="Nunito"/>
          <a:cs typeface="Nunito"/>
          <a:sym typeface="Nunito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AF7B51"/>
          </a:solidFill>
          <a:uFillTx/>
          <a:latin typeface="Nunito"/>
          <a:ea typeface="Nunito"/>
          <a:cs typeface="Nunito"/>
          <a:sym typeface="Nunito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AF7B51"/>
          </a:solidFill>
          <a:uFillTx/>
          <a:latin typeface="Nunito"/>
          <a:ea typeface="Nunito"/>
          <a:cs typeface="Nunito"/>
          <a:sym typeface="Nunito"/>
        </a:defRPr>
      </a:lvl9pPr>
    </p:titleStyle>
    <p:bodyStyle>
      <a:lvl1pPr marL="457200" marR="0" indent="-31115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233A44"/>
        </a:buClr>
        <a:buSzPts val="1300"/>
        <a:buFont typeface="Calibri"/>
        <a:buChar char="●"/>
        <a:tabLst/>
        <a:defRPr b="0" baseline="0" cap="none" i="0" spc="0" strike="noStrike" sz="1300" u="none">
          <a:solidFill>
            <a:srgbClr val="233A44"/>
          </a:solidFill>
          <a:uFillTx/>
          <a:latin typeface="Calibri"/>
          <a:ea typeface="Calibri"/>
          <a:cs typeface="Calibri"/>
          <a:sym typeface="Calibri"/>
        </a:defRPr>
      </a:lvl1pPr>
      <a:lvl2pPr marL="968663" marR="0" indent="-3527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233A44"/>
        </a:buClr>
        <a:buSzPts val="1300"/>
        <a:buFont typeface="Calibri"/>
        <a:buChar char="○"/>
        <a:tabLst/>
        <a:defRPr b="0" baseline="0" cap="none" i="0" spc="0" strike="noStrike" sz="1300" u="none">
          <a:solidFill>
            <a:srgbClr val="233A44"/>
          </a:solidFill>
          <a:uFillTx/>
          <a:latin typeface="Calibri"/>
          <a:ea typeface="Calibri"/>
          <a:cs typeface="Calibri"/>
          <a:sym typeface="Calibri"/>
        </a:defRPr>
      </a:lvl2pPr>
      <a:lvl3pPr marL="1425863" marR="0" indent="-3527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233A44"/>
        </a:buClr>
        <a:buSzPts val="1300"/>
        <a:buFont typeface="Calibri"/>
        <a:buChar char="■"/>
        <a:tabLst/>
        <a:defRPr b="0" baseline="0" cap="none" i="0" spc="0" strike="noStrike" sz="1300" u="none">
          <a:solidFill>
            <a:srgbClr val="233A44"/>
          </a:solidFill>
          <a:uFillTx/>
          <a:latin typeface="Calibri"/>
          <a:ea typeface="Calibri"/>
          <a:cs typeface="Calibri"/>
          <a:sym typeface="Calibri"/>
        </a:defRPr>
      </a:lvl3pPr>
      <a:lvl4pPr marL="1883063" marR="0" indent="-3527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233A44"/>
        </a:buClr>
        <a:buSzPts val="1300"/>
        <a:buFont typeface="Calibri"/>
        <a:buChar char="●"/>
        <a:tabLst/>
        <a:defRPr b="0" baseline="0" cap="none" i="0" spc="0" strike="noStrike" sz="1300" u="none">
          <a:solidFill>
            <a:srgbClr val="233A44"/>
          </a:solidFill>
          <a:uFillTx/>
          <a:latin typeface="Calibri"/>
          <a:ea typeface="Calibri"/>
          <a:cs typeface="Calibri"/>
          <a:sym typeface="Calibri"/>
        </a:defRPr>
      </a:lvl4pPr>
      <a:lvl5pPr marL="2340263" marR="0" indent="-3527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233A44"/>
        </a:buClr>
        <a:buSzPts val="1300"/>
        <a:buFont typeface="Calibri"/>
        <a:buChar char="○"/>
        <a:tabLst/>
        <a:defRPr b="0" baseline="0" cap="none" i="0" spc="0" strike="noStrike" sz="1300" u="none">
          <a:solidFill>
            <a:srgbClr val="233A44"/>
          </a:solidFill>
          <a:uFillTx/>
          <a:latin typeface="Calibri"/>
          <a:ea typeface="Calibri"/>
          <a:cs typeface="Calibri"/>
          <a:sym typeface="Calibri"/>
        </a:defRPr>
      </a:lvl5pPr>
      <a:lvl6pPr marL="2797463" marR="0" indent="-3527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233A44"/>
        </a:buClr>
        <a:buSzPts val="1300"/>
        <a:buFont typeface="Calibri"/>
        <a:buChar char="■"/>
        <a:tabLst/>
        <a:defRPr b="0" baseline="0" cap="none" i="0" spc="0" strike="noStrike" sz="1300" u="none">
          <a:solidFill>
            <a:srgbClr val="233A44"/>
          </a:solidFill>
          <a:uFillTx/>
          <a:latin typeface="Calibri"/>
          <a:ea typeface="Calibri"/>
          <a:cs typeface="Calibri"/>
          <a:sym typeface="Calibri"/>
        </a:defRPr>
      </a:lvl6pPr>
      <a:lvl7pPr marL="3254663" marR="0" indent="-3527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233A44"/>
        </a:buClr>
        <a:buSzPts val="1300"/>
        <a:buFont typeface="Calibri"/>
        <a:buChar char="●"/>
        <a:tabLst/>
        <a:defRPr b="0" baseline="0" cap="none" i="0" spc="0" strike="noStrike" sz="1300" u="none">
          <a:solidFill>
            <a:srgbClr val="233A44"/>
          </a:solidFill>
          <a:uFillTx/>
          <a:latin typeface="Calibri"/>
          <a:ea typeface="Calibri"/>
          <a:cs typeface="Calibri"/>
          <a:sym typeface="Calibri"/>
        </a:defRPr>
      </a:lvl7pPr>
      <a:lvl8pPr marL="3711863" marR="0" indent="-3527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233A44"/>
        </a:buClr>
        <a:buSzPts val="1300"/>
        <a:buFont typeface="Calibri"/>
        <a:buChar char="○"/>
        <a:tabLst/>
        <a:defRPr b="0" baseline="0" cap="none" i="0" spc="0" strike="noStrike" sz="1300" u="none">
          <a:solidFill>
            <a:srgbClr val="233A44"/>
          </a:solidFill>
          <a:uFillTx/>
          <a:latin typeface="Calibri"/>
          <a:ea typeface="Calibri"/>
          <a:cs typeface="Calibri"/>
          <a:sym typeface="Calibri"/>
        </a:defRPr>
      </a:lvl8pPr>
      <a:lvl9pPr marL="4169063" marR="0" indent="-3527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233A44"/>
        </a:buClr>
        <a:buSzPts val="1300"/>
        <a:buFont typeface="Calibri"/>
        <a:buChar char="■"/>
        <a:tabLst/>
        <a:defRPr b="0" baseline="0" cap="none" i="0" spc="0" strike="noStrike" sz="1300" u="none">
          <a:solidFill>
            <a:srgbClr val="233A44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Nunito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Nunito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Nunito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Nunito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Nunito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Nunito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Nunito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Nunito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Nunito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6"/>
          <p:cNvSpPr txBox="1"/>
          <p:nvPr/>
        </p:nvSpPr>
        <p:spPr>
          <a:xfrm>
            <a:off x="1081300" y="2179731"/>
            <a:ext cx="2705490" cy="1608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PRESENTED BY:</a:t>
            </a:r>
          </a:p>
          <a:p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1. Students Name:-Satyendra Kumar</a:t>
            </a:r>
          </a:p>
          <a:p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Roll No: 2402900100269</a:t>
            </a:r>
          </a:p>
          <a:p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2. Students Name:-Shivank</a:t>
            </a:r>
          </a:p>
          <a:p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Roll No: 2402900100282</a:t>
            </a:r>
          </a:p>
          <a:p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3. Students Name:-Shiv Narayan Yadav</a:t>
            </a:r>
          </a:p>
          <a:p>
            <a:pPr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Roll No:2402900100277</a:t>
            </a:r>
          </a:p>
        </p:txBody>
      </p:sp>
      <p:sp>
        <p:nvSpPr>
          <p:cNvPr id="175" name="Text Box 4"/>
          <p:cNvSpPr txBox="1"/>
          <p:nvPr/>
        </p:nvSpPr>
        <p:spPr>
          <a:xfrm>
            <a:off x="1428750" y="758762"/>
            <a:ext cx="6229350" cy="653230"/>
          </a:xfrm>
          <a:prstGeom prst="rect">
            <a:avLst/>
          </a:prstGeom>
          <a:solidFill>
            <a:srgbClr val="FFFFFF"/>
          </a:solidFill>
          <a:ln w="38100">
            <a:solidFill>
              <a:srgbClr val="AF7B5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Mini Project Id  2024MP_CSEPID021</a:t>
            </a:r>
            <a:endParaRPr>
              <a:solidFill>
                <a:srgbClr val="AF7B51"/>
              </a:solidFill>
            </a:endParaRPr>
          </a:p>
          <a:p>
            <a:pPr algn="ctr">
              <a:defRPr b="1"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“Clouderator”</a:t>
            </a:r>
          </a:p>
        </p:txBody>
      </p:sp>
      <p:pic>
        <p:nvPicPr>
          <p:cNvPr id="176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54472" y="233672"/>
            <a:ext cx="770832" cy="573933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Box 3"/>
          <p:cNvSpPr txBox="1"/>
          <p:nvPr/>
        </p:nvSpPr>
        <p:spPr>
          <a:xfrm>
            <a:off x="1150619" y="3827443"/>
            <a:ext cx="7242811" cy="896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91439" algn="ctr">
              <a:defRPr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ABES Institute of Technology , Ghaziabad</a:t>
            </a:r>
          </a:p>
          <a:p>
            <a:pPr indent="91439" algn="ctr">
              <a:defRPr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Affiliated to:</a:t>
            </a:r>
          </a:p>
          <a:p>
            <a:pPr indent="91439" algn="ctr">
              <a:defRPr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 A.P.J.  Abdul Kalam Technical University </a:t>
            </a:r>
          </a:p>
          <a:p>
            <a:pPr indent="91439" algn="ctr">
              <a:defRPr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Session 2026-27 </a:t>
            </a:r>
          </a:p>
        </p:txBody>
      </p:sp>
      <p:sp>
        <p:nvSpPr>
          <p:cNvPr id="178" name="TextBox 5"/>
          <p:cNvSpPr txBox="1"/>
          <p:nvPr/>
        </p:nvSpPr>
        <p:spPr>
          <a:xfrm>
            <a:off x="1835404" y="1564348"/>
            <a:ext cx="5588635" cy="348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7360" algn="ctr">
              <a:spcBef>
                <a:spcPts val="600"/>
              </a:spcBef>
              <a:defRPr b="1" spc="-1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Department of Computer Science &amp; Engineering </a:t>
            </a:r>
          </a:p>
        </p:txBody>
      </p:sp>
      <p:pic>
        <p:nvPicPr>
          <p:cNvPr id="179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5275" y="282512"/>
            <a:ext cx="2266950" cy="476251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Rectangle 6"/>
          <p:cNvSpPr txBox="1"/>
          <p:nvPr/>
        </p:nvSpPr>
        <p:spPr>
          <a:xfrm>
            <a:off x="5354320" y="2403125"/>
            <a:ext cx="1915161" cy="733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SUPERVISED BY:</a:t>
            </a:r>
          </a:p>
          <a:p>
            <a:pPr defTabSz="457200"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457200"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Satyendra Singh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34;p14"/>
          <p:cNvSpPr txBox="1"/>
          <p:nvPr>
            <p:ph type="title"/>
          </p:nvPr>
        </p:nvSpPr>
        <p:spPr>
          <a:xfrm>
            <a:off x="819150" y="454775"/>
            <a:ext cx="7505700" cy="777936"/>
          </a:xfrm>
          <a:prstGeom prst="rect">
            <a:avLst/>
          </a:prstGeom>
        </p:spPr>
        <p:txBody>
          <a:bodyPr/>
          <a:lstStyle>
            <a:lvl1pPr algn="ctr">
              <a:defRPr b="1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Table of Content</a:t>
            </a:r>
          </a:p>
        </p:txBody>
      </p:sp>
      <p:sp>
        <p:nvSpPr>
          <p:cNvPr id="183" name="Google Shape;135;p14"/>
          <p:cNvSpPr txBox="1"/>
          <p:nvPr>
            <p:ph type="body" idx="1"/>
          </p:nvPr>
        </p:nvSpPr>
        <p:spPr>
          <a:xfrm>
            <a:off x="680074" y="1300799"/>
            <a:ext cx="7603802" cy="3255601"/>
          </a:xfrm>
          <a:prstGeom prst="rect">
            <a:avLst/>
          </a:prstGeo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600"/>
              </a:spcBef>
              <a:buSzTx/>
              <a:buNone/>
              <a:defRPr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1.Introduction</a:t>
            </a:r>
          </a:p>
          <a:p>
            <a:pPr marL="0" indent="457200" algn="just">
              <a:lnSpc>
                <a:spcPct val="100000"/>
              </a:lnSpc>
              <a:spcBef>
                <a:spcPts val="600"/>
              </a:spcBef>
              <a:buSzTx/>
              <a:buNone/>
              <a:defRPr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2. Objective</a:t>
            </a:r>
          </a:p>
          <a:p>
            <a:pPr marL="0" indent="457200" algn="just">
              <a:lnSpc>
                <a:spcPct val="100000"/>
              </a:lnSpc>
              <a:spcBef>
                <a:spcPts val="600"/>
              </a:spcBef>
              <a:buSzTx/>
              <a:buNone/>
              <a:defRPr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3. Literature Survey</a:t>
            </a:r>
          </a:p>
          <a:p>
            <a:pPr marL="0" indent="457200" algn="just">
              <a:lnSpc>
                <a:spcPct val="100000"/>
              </a:lnSpc>
              <a:spcBef>
                <a:spcPts val="600"/>
              </a:spcBef>
              <a:buSzTx/>
              <a:buNone/>
              <a:defRPr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4. Problem Statement </a:t>
            </a:r>
          </a:p>
          <a:p>
            <a:pPr marL="0" indent="457200" algn="just">
              <a:lnSpc>
                <a:spcPct val="100000"/>
              </a:lnSpc>
              <a:spcBef>
                <a:spcPts val="600"/>
              </a:spcBef>
              <a:buSzTx/>
              <a:buNone/>
              <a:defRPr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5. Proposed Solution (Methodology)</a:t>
            </a:r>
          </a:p>
          <a:p>
            <a:pPr marL="0" indent="457200" algn="just">
              <a:lnSpc>
                <a:spcPct val="100000"/>
              </a:lnSpc>
              <a:spcBef>
                <a:spcPts val="600"/>
              </a:spcBef>
              <a:buSzTx/>
              <a:buNone/>
              <a:defRPr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6. Mapping  with SDGs Goals</a:t>
            </a:r>
          </a:p>
          <a:p>
            <a:pPr marL="0" indent="457200" algn="just">
              <a:lnSpc>
                <a:spcPct val="100000"/>
              </a:lnSpc>
              <a:spcBef>
                <a:spcPts val="600"/>
              </a:spcBef>
              <a:buSzTx/>
              <a:buNone/>
              <a:defRPr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7. References</a:t>
            </a:r>
          </a:p>
        </p:txBody>
      </p:sp>
      <p:sp>
        <p:nvSpPr>
          <p:cNvPr id="184" name="Google Shape;136;p14"/>
          <p:cNvSpPr txBox="1"/>
          <p:nvPr>
            <p:ph type="sldNum" sz="quarter" idx="2"/>
          </p:nvPr>
        </p:nvSpPr>
        <p:spPr>
          <a:xfrm>
            <a:off x="8673252" y="4572843"/>
            <a:ext cx="266183" cy="335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34;p14"/>
          <p:cNvSpPr txBox="1"/>
          <p:nvPr>
            <p:ph type="title"/>
          </p:nvPr>
        </p:nvSpPr>
        <p:spPr>
          <a:xfrm>
            <a:off x="819150" y="391275"/>
            <a:ext cx="7505700" cy="777125"/>
          </a:xfrm>
          <a:prstGeom prst="rect">
            <a:avLst/>
          </a:prstGeom>
        </p:spPr>
        <p:txBody>
          <a:bodyPr/>
          <a:lstStyle>
            <a:lvl1pPr algn="ctr">
              <a:defRPr b="1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187" name="Google Shape;136;p14"/>
          <p:cNvSpPr txBox="1"/>
          <p:nvPr>
            <p:ph type="sldNum" sz="quarter" idx="2"/>
          </p:nvPr>
        </p:nvSpPr>
        <p:spPr>
          <a:xfrm>
            <a:off x="8673252" y="4572843"/>
            <a:ext cx="266183" cy="335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8" name="Text Placeholder 2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189" name="WhatsApp Image 2026-07-31 at 01.09.25.jpeg" descr="WhatsApp Image 2026-07-31 at 01.09.25.jpeg"/>
          <p:cNvPicPr>
            <a:picLocks noChangeAspect="1"/>
          </p:cNvPicPr>
          <p:nvPr/>
        </p:nvPicPr>
        <p:blipFill>
          <a:blip r:embed="rId2">
            <a:extLst/>
          </a:blip>
          <a:srcRect l="1562" t="1562" r="1562" b="156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0" dist="127000" dir="1620000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41;p15"/>
          <p:cNvSpPr txBox="1"/>
          <p:nvPr>
            <p:ph type="title"/>
          </p:nvPr>
        </p:nvSpPr>
        <p:spPr>
          <a:xfrm>
            <a:off x="774724" y="455974"/>
            <a:ext cx="7505701" cy="712426"/>
          </a:xfrm>
          <a:prstGeom prst="rect">
            <a:avLst/>
          </a:prstGeom>
        </p:spPr>
        <p:txBody>
          <a:bodyPr/>
          <a:lstStyle>
            <a:lvl1pPr algn="ctr">
              <a:defRPr b="1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192" name="Google Shape;143;p15"/>
          <p:cNvSpPr txBox="1"/>
          <p:nvPr>
            <p:ph type="sldNum" sz="quarter" idx="2"/>
          </p:nvPr>
        </p:nvSpPr>
        <p:spPr>
          <a:xfrm>
            <a:off x="8673252" y="4572843"/>
            <a:ext cx="266183" cy="335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3" name="Text Placeholder 2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194" name="WhatsApp Image 2026-07-31 at 01.04.46 (1).jpeg" descr="WhatsApp Image 2026-07-31 at 01.04.46 (1).jpeg"/>
          <p:cNvPicPr>
            <a:picLocks noChangeAspect="1"/>
          </p:cNvPicPr>
          <p:nvPr/>
        </p:nvPicPr>
        <p:blipFill>
          <a:blip r:embed="rId2">
            <a:extLst/>
          </a:blip>
          <a:srcRect l="1938" t="1938" r="1938" b="193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48;p16"/>
          <p:cNvSpPr txBox="1"/>
          <p:nvPr>
            <p:ph type="title"/>
          </p:nvPr>
        </p:nvSpPr>
        <p:spPr>
          <a:xfrm>
            <a:off x="774724" y="417874"/>
            <a:ext cx="7505701" cy="737826"/>
          </a:xfrm>
          <a:prstGeom prst="rect">
            <a:avLst/>
          </a:prstGeom>
        </p:spPr>
        <p:txBody>
          <a:bodyPr/>
          <a:lstStyle/>
          <a:p>
            <a:pPr algn="ctr">
              <a:defRPr b="1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Literature</a:t>
            </a:r>
            <a:r>
              <a:rPr sz="3100"/>
              <a:t> Survey</a:t>
            </a:r>
          </a:p>
        </p:txBody>
      </p:sp>
      <p:sp>
        <p:nvSpPr>
          <p:cNvPr id="197" name="Google Shape;150;p16"/>
          <p:cNvSpPr txBox="1"/>
          <p:nvPr>
            <p:ph type="sldNum" sz="quarter" idx="2"/>
          </p:nvPr>
        </p:nvSpPr>
        <p:spPr>
          <a:xfrm>
            <a:off x="8673252" y="4572843"/>
            <a:ext cx="266183" cy="335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8" name="Text Placeholder 2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155;p17"/>
          <p:cNvSpPr txBox="1"/>
          <p:nvPr>
            <p:ph type="title"/>
          </p:nvPr>
        </p:nvSpPr>
        <p:spPr>
          <a:xfrm>
            <a:off x="819150" y="426499"/>
            <a:ext cx="7505700" cy="792701"/>
          </a:xfrm>
          <a:prstGeom prst="rect">
            <a:avLst/>
          </a:prstGeom>
        </p:spPr>
        <p:txBody>
          <a:bodyPr/>
          <a:lstStyle/>
          <a:p>
            <a:pPr algn="ctr" defTabSz="630936">
              <a:defRPr b="1" sz="19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Problem</a:t>
            </a:r>
            <a:r>
              <a:rPr sz="2139"/>
              <a:t> Statement </a:t>
            </a:r>
          </a:p>
        </p:txBody>
      </p:sp>
      <p:sp>
        <p:nvSpPr>
          <p:cNvPr id="201" name="Google Shape;157;p17"/>
          <p:cNvSpPr txBox="1"/>
          <p:nvPr>
            <p:ph type="sldNum" sz="quarter" idx="2"/>
          </p:nvPr>
        </p:nvSpPr>
        <p:spPr>
          <a:xfrm>
            <a:off x="8673252" y="4572843"/>
            <a:ext cx="266183" cy="335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2" name="Text Placeholder 4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155;p17"/>
          <p:cNvSpPr txBox="1"/>
          <p:nvPr>
            <p:ph type="title"/>
          </p:nvPr>
        </p:nvSpPr>
        <p:spPr>
          <a:xfrm>
            <a:off x="520700" y="439199"/>
            <a:ext cx="8115300" cy="780001"/>
          </a:xfrm>
          <a:prstGeom prst="rect">
            <a:avLst/>
          </a:prstGeom>
        </p:spPr>
        <p:txBody>
          <a:bodyPr/>
          <a:lstStyle/>
          <a:p>
            <a:pPr algn="ctr">
              <a:defRPr b="1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Proposed</a:t>
            </a:r>
            <a:r>
              <a:rPr sz="3100"/>
              <a:t> Solution</a:t>
            </a:r>
          </a:p>
        </p:txBody>
      </p:sp>
      <p:sp>
        <p:nvSpPr>
          <p:cNvPr id="205" name="Google Shape;157;p17"/>
          <p:cNvSpPr txBox="1"/>
          <p:nvPr>
            <p:ph type="sldNum" sz="quarter" idx="2"/>
          </p:nvPr>
        </p:nvSpPr>
        <p:spPr>
          <a:xfrm>
            <a:off x="8673252" y="4572843"/>
            <a:ext cx="266183" cy="335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6" name="Text Placeholder 4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207" name="WhatsApp Image 2026-07-31 at 01.04.46.jpeg" descr="WhatsApp Image 2026-07-31 at 01.04.46.jpeg"/>
          <p:cNvPicPr>
            <a:picLocks noChangeAspect="1"/>
          </p:cNvPicPr>
          <p:nvPr/>
        </p:nvPicPr>
        <p:blipFill>
          <a:blip r:embed="rId2">
            <a:extLst/>
          </a:blip>
          <a:srcRect l="2085" t="2085" r="2085" b="208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233A4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Mapping with SDG Goals</a:t>
            </a:r>
          </a:p>
        </p:txBody>
      </p:sp>
      <p:sp>
        <p:nvSpPr>
          <p:cNvPr id="210" name="Text Placeholder 2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1" name="Slide Number Placeholder 3"/>
          <p:cNvSpPr txBox="1"/>
          <p:nvPr>
            <p:ph type="sldNum" sz="quarter" idx="2"/>
          </p:nvPr>
        </p:nvSpPr>
        <p:spPr>
          <a:xfrm>
            <a:off x="8673252" y="4572843"/>
            <a:ext cx="266183" cy="335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12" name="WhatsApp Image 2026-07-31 at 01.04.46 (2).jpeg" descr="WhatsApp Image 2026-07-31 at 01.04.46 (2).jpeg"/>
          <p:cNvPicPr>
            <a:picLocks noChangeAspect="1"/>
          </p:cNvPicPr>
          <p:nvPr/>
        </p:nvPicPr>
        <p:blipFill>
          <a:blip r:embed="rId2">
            <a:extLst/>
          </a:blip>
          <a:srcRect l="2481" t="2716" r="2481" b="2246"/>
          <a:stretch>
            <a:fillRect/>
          </a:stretch>
        </p:blipFill>
        <p:spPr>
          <a:xfrm>
            <a:off x="-1" y="12700"/>
            <a:ext cx="9144002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170;p19"/>
          <p:cNvSpPr txBox="1"/>
          <p:nvPr>
            <p:ph type="title"/>
          </p:nvPr>
        </p:nvSpPr>
        <p:spPr>
          <a:xfrm>
            <a:off x="819150" y="467024"/>
            <a:ext cx="7505700" cy="565501"/>
          </a:xfrm>
          <a:prstGeom prst="rect">
            <a:avLst/>
          </a:prstGeom>
        </p:spPr>
        <p:txBody>
          <a:bodyPr/>
          <a:lstStyle>
            <a:lvl1pPr algn="ctr" defTabSz="896111">
              <a:defRPr b="1" sz="27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215" name="Google Shape;171;p19"/>
          <p:cNvSpPr txBox="1"/>
          <p:nvPr>
            <p:ph type="body" idx="1"/>
          </p:nvPr>
        </p:nvSpPr>
        <p:spPr>
          <a:xfrm>
            <a:off x="661480" y="1032523"/>
            <a:ext cx="7996137" cy="3510294"/>
          </a:xfrm>
          <a:prstGeom prst="rect">
            <a:avLst/>
          </a:prstGeom>
        </p:spPr>
        <p:txBody>
          <a:bodyPr/>
          <a:lstStyle/>
          <a:p>
            <a:pPr marL="0" indent="114300" algn="just">
              <a:lnSpc>
                <a:spcPct val="100000"/>
              </a:lnSpc>
              <a:spcBef>
                <a:spcPts val="2600"/>
              </a:spcBef>
              <a:buSzTx/>
              <a:buNone/>
              <a:defRPr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1. </a:t>
            </a:r>
            <a:r>
              <a:rPr>
                <a:solidFill>
                  <a:srgbClr val="233A44"/>
                </a:solidFill>
              </a:rPr>
              <a:t>Singh, V. K., Awasthi, P., Tripathi, L., Thakur, S., &amp; Singh, P. (2024, August). Mern (Mongodb, Express-Js, React-Js, Node-Js) Stack Web-Based Streaming and Broadcasting Application. In </a:t>
            </a:r>
            <a:r>
              <a:rPr i="1">
                <a:solidFill>
                  <a:srgbClr val="233A44"/>
                </a:solidFill>
              </a:rPr>
              <a:t>2024 International Conference on Electrical Electronics and Computing Technologies (ICEECT)</a:t>
            </a:r>
            <a:r>
              <a:rPr>
                <a:solidFill>
                  <a:srgbClr val="233A44"/>
                </a:solidFill>
              </a:rPr>
              <a:t> (Vol. 1, pp. 1-6). IEEE.</a:t>
            </a:r>
          </a:p>
        </p:txBody>
      </p:sp>
      <p:sp>
        <p:nvSpPr>
          <p:cNvPr id="216" name="Google Shape;172;p19"/>
          <p:cNvSpPr txBox="1"/>
          <p:nvPr>
            <p:ph type="sldNum" sz="quarter" idx="2"/>
          </p:nvPr>
        </p:nvSpPr>
        <p:spPr>
          <a:xfrm>
            <a:off x="8673252" y="4572843"/>
            <a:ext cx="266183" cy="335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17" name="WhatsApp Image 2026-07-31 at 00.51.16.jpeg" descr="WhatsApp Image 2026-07-31 at 00.51.16.jpeg"/>
          <p:cNvPicPr>
            <a:picLocks noChangeAspect="1"/>
          </p:cNvPicPr>
          <p:nvPr/>
        </p:nvPicPr>
        <p:blipFill>
          <a:blip r:embed="rId2">
            <a:extLst/>
          </a:blip>
          <a:srcRect l="1537" t="1537" r="1537" b="1537"/>
          <a:stretch>
            <a:fillRect/>
          </a:stretch>
        </p:blipFill>
        <p:spPr>
          <a:xfrm>
            <a:off x="0" y="21265"/>
            <a:ext cx="9144000" cy="51009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177;p20"/>
          <p:cNvSpPr txBox="1"/>
          <p:nvPr>
            <p:ph type="title"/>
          </p:nvPr>
        </p:nvSpPr>
        <p:spPr>
          <a:xfrm>
            <a:off x="819150" y="1745224"/>
            <a:ext cx="7505700" cy="1367628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220" name="Google Shape;178;p20"/>
          <p:cNvSpPr txBox="1"/>
          <p:nvPr>
            <p:ph type="sldNum" sz="quarter" idx="2"/>
          </p:nvPr>
        </p:nvSpPr>
        <p:spPr>
          <a:xfrm>
            <a:off x="8602621" y="4572843"/>
            <a:ext cx="336814" cy="335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C4A15A"/>
      </a:dk1>
      <a:lt1>
        <a:srgbClr val="FFFFFF"/>
      </a:lt1>
      <a:dk2>
        <a:srgbClr val="A7A7A7"/>
      </a:dk2>
      <a:lt2>
        <a:srgbClr val="535353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0000FF"/>
      </a:hlink>
      <a:folHlink>
        <a:srgbClr val="FF00FF"/>
      </a:folHlink>
    </a:clrScheme>
    <a:fontScheme name="Shif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hif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AF7B51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0000FF"/>
      </a:hlink>
      <a:folHlink>
        <a:srgbClr val="FF00FF"/>
      </a:folHlink>
    </a:clrScheme>
    <a:fontScheme name="Shif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hif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AF7B51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